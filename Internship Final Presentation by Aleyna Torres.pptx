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0303"/>
    <a:srgbClr val="0D0D0D"/>
    <a:srgbClr val="393939"/>
    <a:srgbClr val="9CAFBF"/>
    <a:srgbClr val="F5F9FB"/>
    <a:srgbClr val="0A2A43"/>
    <a:srgbClr val="0A2840"/>
    <a:srgbClr val="9245F9"/>
    <a:srgbClr val="D20000"/>
    <a:srgbClr val="7241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8D523-940B-4B34-9C2E-AB441CBB0CB8}" v="110" dt="2026-03-27T03:29:06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A6CCBB-D2AD-445E-A401-B38BA597E22B}" type="doc">
      <dgm:prSet loTypeId="urn:microsoft.com/office/officeart/2005/8/layout/hList6" loCatId="list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FC1C7067-FE96-448B-AD1E-66B8E7D3BDE6}">
      <dgm:prSet phldrT="[Text]" phldr="0" custT="1"/>
      <dgm:spPr/>
      <dgm:t>
        <a:bodyPr/>
        <a:lstStyle/>
        <a:p>
          <a:pPr rtl="0"/>
          <a:r>
            <a:rPr lang="en-US" sz="2400" dirty="0">
              <a:latin typeface="Aptos Display" panose="02110004020202020204"/>
            </a:rPr>
            <a:t>Our Main Goal</a:t>
          </a:r>
          <a:endParaRPr lang="en-US" sz="2400" dirty="0"/>
        </a:p>
      </dgm:t>
    </dgm:pt>
    <dgm:pt modelId="{96A4AF9C-F270-4E67-87D3-A55E642ED76D}" type="parTrans" cxnId="{2D429862-1959-40D9-A85D-97398CA36C85}">
      <dgm:prSet/>
      <dgm:spPr/>
      <dgm:t>
        <a:bodyPr/>
        <a:lstStyle/>
        <a:p>
          <a:endParaRPr lang="en-US"/>
        </a:p>
      </dgm:t>
    </dgm:pt>
    <dgm:pt modelId="{8B044D7B-FA61-4314-BF1D-A6F4A85CF755}" type="sibTrans" cxnId="{2D429862-1959-40D9-A85D-97398CA36C85}">
      <dgm:prSet/>
      <dgm:spPr/>
      <dgm:t>
        <a:bodyPr/>
        <a:lstStyle/>
        <a:p>
          <a:endParaRPr lang="en-US"/>
        </a:p>
      </dgm:t>
    </dgm:pt>
    <dgm:pt modelId="{D90FCAA2-5753-45DF-954E-9EF6A19C3873}">
      <dgm:prSet phldrT="[Text]" phldr="0" custT="1"/>
      <dgm:spPr/>
      <dgm:t>
        <a:bodyPr/>
        <a:lstStyle/>
        <a:p>
          <a:pPr rtl="0"/>
          <a:r>
            <a:rPr lang="en-US" sz="1800" dirty="0">
              <a:latin typeface="Bell MT" panose="02020503060305020303" pitchFamily="18" charset="0"/>
            </a:rPr>
            <a:t>Focus on treating patients and securing their safety.</a:t>
          </a:r>
        </a:p>
      </dgm:t>
    </dgm:pt>
    <dgm:pt modelId="{D35233AC-7A6F-4321-97DD-D71ADBCC1FC0}" type="parTrans" cxnId="{96EC5D16-1E58-4D4F-939D-C3762DA7A8D6}">
      <dgm:prSet/>
      <dgm:spPr/>
      <dgm:t>
        <a:bodyPr/>
        <a:lstStyle/>
        <a:p>
          <a:endParaRPr lang="en-US"/>
        </a:p>
      </dgm:t>
    </dgm:pt>
    <dgm:pt modelId="{34583457-E6EA-4E68-89AA-000DE4DA2BF1}" type="sibTrans" cxnId="{96EC5D16-1E58-4D4F-939D-C3762DA7A8D6}">
      <dgm:prSet/>
      <dgm:spPr/>
      <dgm:t>
        <a:bodyPr/>
        <a:lstStyle/>
        <a:p>
          <a:endParaRPr lang="en-US"/>
        </a:p>
      </dgm:t>
    </dgm:pt>
    <dgm:pt modelId="{A3B7B492-291C-408C-AF1B-AB0A7A4F7DAE}">
      <dgm:prSet phldrT="[Text]" phldr="0" custT="1"/>
      <dgm:spPr>
        <a:solidFill>
          <a:srgbClr val="9CAFBF"/>
        </a:solidFill>
      </dgm:spPr>
      <dgm:t>
        <a:bodyPr/>
        <a:lstStyle/>
        <a:p>
          <a:pPr rtl="0"/>
          <a:r>
            <a:rPr lang="en-US" sz="2400" dirty="0">
              <a:latin typeface="Aptos Display" panose="02110004020202020204"/>
            </a:rPr>
            <a:t>Who We Treat</a:t>
          </a:r>
          <a:endParaRPr lang="en-US" sz="2400" dirty="0"/>
        </a:p>
      </dgm:t>
    </dgm:pt>
    <dgm:pt modelId="{5F383F55-DC08-4058-B291-5521131E64BA}" type="parTrans" cxnId="{3F2B48C6-E3DC-46A3-87A2-2A419774696F}">
      <dgm:prSet/>
      <dgm:spPr/>
      <dgm:t>
        <a:bodyPr/>
        <a:lstStyle/>
        <a:p>
          <a:endParaRPr lang="en-US"/>
        </a:p>
      </dgm:t>
    </dgm:pt>
    <dgm:pt modelId="{AAE15475-3235-413B-91B1-3AA25B1B51B7}" type="sibTrans" cxnId="{3F2B48C6-E3DC-46A3-87A2-2A419774696F}">
      <dgm:prSet/>
      <dgm:spPr/>
      <dgm:t>
        <a:bodyPr/>
        <a:lstStyle/>
        <a:p>
          <a:endParaRPr lang="en-US"/>
        </a:p>
      </dgm:t>
    </dgm:pt>
    <dgm:pt modelId="{4B2FA0F1-AE4C-4E32-A329-FEA6875531DA}">
      <dgm:prSet phldrT="[Text]" phldr="0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rtl="0"/>
          <a:r>
            <a:rPr lang="en-US" sz="2400" dirty="0">
              <a:latin typeface="Aptos Display" panose="02110004020202020204"/>
            </a:rPr>
            <a:t>Our Motto</a:t>
          </a:r>
          <a:endParaRPr lang="en-US" sz="2400" dirty="0"/>
        </a:p>
      </dgm:t>
    </dgm:pt>
    <dgm:pt modelId="{451E51B3-317B-4DC6-A94C-AA11965958F0}" type="parTrans" cxnId="{50F3E23F-E67F-4C8B-BF59-2383E39A84BE}">
      <dgm:prSet/>
      <dgm:spPr/>
      <dgm:t>
        <a:bodyPr/>
        <a:lstStyle/>
        <a:p>
          <a:endParaRPr lang="en-US"/>
        </a:p>
      </dgm:t>
    </dgm:pt>
    <dgm:pt modelId="{BCAC960D-4570-42A3-857D-68CA548769F1}" type="sibTrans" cxnId="{50F3E23F-E67F-4C8B-BF59-2383E39A84BE}">
      <dgm:prSet/>
      <dgm:spPr/>
      <dgm:t>
        <a:bodyPr/>
        <a:lstStyle/>
        <a:p>
          <a:endParaRPr lang="en-US"/>
        </a:p>
      </dgm:t>
    </dgm:pt>
    <dgm:pt modelId="{950424AF-D42E-4033-9C7B-D04BB12208AE}">
      <dgm:prSet phldrT="[Text]" phldr="0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 rtl="0"/>
          <a:r>
            <a:rPr lang="en-US" sz="2000" b="0" i="1" dirty="0">
              <a:latin typeface="Bell MT" panose="02020503060305020303" pitchFamily="18" charset="0"/>
            </a:rPr>
            <a:t>"Protect the </a:t>
          </a:r>
          <a:r>
            <a:rPr lang="en-US" sz="2000" b="0" i="1" dirty="0">
              <a:solidFill>
                <a:srgbClr val="D40303"/>
              </a:solidFill>
              <a:latin typeface="Bell MT" panose="02020503060305020303" pitchFamily="18" charset="0"/>
            </a:rPr>
            <a:t>information</a:t>
          </a:r>
          <a:r>
            <a:rPr lang="en-US" sz="2000" b="0" i="1" dirty="0">
              <a:latin typeface="Bell MT" panose="02020503060305020303" pitchFamily="18" charset="0"/>
            </a:rPr>
            <a:t> Protect the </a:t>
          </a:r>
          <a:r>
            <a:rPr lang="en-US" sz="2000" b="0" i="1" dirty="0">
              <a:solidFill>
                <a:srgbClr val="D40303"/>
              </a:solidFill>
              <a:latin typeface="Bell MT" panose="02020503060305020303" pitchFamily="18" charset="0"/>
            </a:rPr>
            <a:t>mission</a:t>
          </a:r>
          <a:r>
            <a:rPr lang="en-US" sz="2000" b="0" i="1" dirty="0">
              <a:solidFill>
                <a:schemeClr val="bg1"/>
              </a:solidFill>
              <a:latin typeface="Bell MT" panose="02020503060305020303" pitchFamily="18" charset="0"/>
            </a:rPr>
            <a:t>."</a:t>
          </a:r>
        </a:p>
      </dgm:t>
    </dgm:pt>
    <dgm:pt modelId="{A5E6F84A-DCDC-4FF2-90BE-6AEBC04189E9}" type="parTrans" cxnId="{7846671C-F998-43DA-966B-A9CD4D4831A8}">
      <dgm:prSet/>
      <dgm:spPr/>
      <dgm:t>
        <a:bodyPr/>
        <a:lstStyle/>
        <a:p>
          <a:endParaRPr lang="en-US"/>
        </a:p>
      </dgm:t>
    </dgm:pt>
    <dgm:pt modelId="{8C098AD4-E7B2-45D5-8FBF-289670B9026E}" type="sibTrans" cxnId="{7846671C-F998-43DA-966B-A9CD4D4831A8}">
      <dgm:prSet/>
      <dgm:spPr/>
      <dgm:t>
        <a:bodyPr/>
        <a:lstStyle/>
        <a:p>
          <a:endParaRPr lang="en-US"/>
        </a:p>
      </dgm:t>
    </dgm:pt>
    <dgm:pt modelId="{66E51594-3969-45D4-B0B4-05C95CD90C4E}">
      <dgm:prSet phldr="0" custT="1"/>
      <dgm:spPr>
        <a:solidFill>
          <a:srgbClr val="9CAFBF"/>
        </a:solidFill>
      </dgm:spPr>
      <dgm:t>
        <a:bodyPr/>
        <a:lstStyle/>
        <a:p>
          <a:pPr rtl="0"/>
          <a:r>
            <a:rPr lang="en-US" sz="1800" dirty="0">
              <a:latin typeface="Bell MT" panose="02020503060305020303" pitchFamily="18" charset="0"/>
            </a:rPr>
            <a:t>Patients from Adolescents - Elderly are welcome.</a:t>
          </a:r>
        </a:p>
      </dgm:t>
    </dgm:pt>
    <dgm:pt modelId="{7F631977-AE79-4008-B323-05C649155148}" type="parTrans" cxnId="{31D03E27-8F42-432D-8F7D-E5BA8790E2F3}">
      <dgm:prSet/>
      <dgm:spPr/>
      <dgm:t>
        <a:bodyPr/>
        <a:lstStyle/>
        <a:p>
          <a:endParaRPr lang="en-US"/>
        </a:p>
      </dgm:t>
    </dgm:pt>
    <dgm:pt modelId="{4429789C-2372-43D2-B954-91F3F93DB7BC}" type="sibTrans" cxnId="{31D03E27-8F42-432D-8F7D-E5BA8790E2F3}">
      <dgm:prSet/>
      <dgm:spPr/>
      <dgm:t>
        <a:bodyPr/>
        <a:lstStyle/>
        <a:p>
          <a:endParaRPr lang="en-US"/>
        </a:p>
      </dgm:t>
    </dgm:pt>
    <dgm:pt modelId="{827057D0-4EC8-4A6A-935E-8A25DF4E15A1}" type="pres">
      <dgm:prSet presAssocID="{7AA6CCBB-D2AD-445E-A401-B38BA597E22B}" presName="Name0" presStyleCnt="0">
        <dgm:presLayoutVars>
          <dgm:dir/>
          <dgm:resizeHandles val="exact"/>
        </dgm:presLayoutVars>
      </dgm:prSet>
      <dgm:spPr/>
    </dgm:pt>
    <dgm:pt modelId="{DAC929E0-E137-4ED4-B527-063CF6317F64}" type="pres">
      <dgm:prSet presAssocID="{FC1C7067-FE96-448B-AD1E-66B8E7D3BDE6}" presName="node" presStyleLbl="node1" presStyleIdx="0" presStyleCnt="3">
        <dgm:presLayoutVars>
          <dgm:bulletEnabled val="1"/>
        </dgm:presLayoutVars>
      </dgm:prSet>
      <dgm:spPr/>
    </dgm:pt>
    <dgm:pt modelId="{BEA2CAE8-2D3C-406F-B13D-43E0C2A86FD7}" type="pres">
      <dgm:prSet presAssocID="{8B044D7B-FA61-4314-BF1D-A6F4A85CF755}" presName="sibTrans" presStyleCnt="0"/>
      <dgm:spPr/>
    </dgm:pt>
    <dgm:pt modelId="{C0B2E467-7B5F-4629-937F-28AD2A3741DF}" type="pres">
      <dgm:prSet presAssocID="{A3B7B492-291C-408C-AF1B-AB0A7A4F7DAE}" presName="node" presStyleLbl="node1" presStyleIdx="1" presStyleCnt="3">
        <dgm:presLayoutVars>
          <dgm:bulletEnabled val="1"/>
        </dgm:presLayoutVars>
      </dgm:prSet>
      <dgm:spPr/>
    </dgm:pt>
    <dgm:pt modelId="{CBA885BD-503F-4204-B241-5A1DC5F2FC49}" type="pres">
      <dgm:prSet presAssocID="{AAE15475-3235-413B-91B1-3AA25B1B51B7}" presName="sibTrans" presStyleCnt="0"/>
      <dgm:spPr/>
    </dgm:pt>
    <dgm:pt modelId="{B8D3DECE-F3D1-4CDB-91DC-86107E79F758}" type="pres">
      <dgm:prSet presAssocID="{4B2FA0F1-AE4C-4E32-A329-FEA6875531DA}" presName="node" presStyleLbl="node1" presStyleIdx="2" presStyleCnt="3">
        <dgm:presLayoutVars>
          <dgm:bulletEnabled val="1"/>
        </dgm:presLayoutVars>
      </dgm:prSet>
      <dgm:spPr/>
    </dgm:pt>
  </dgm:ptLst>
  <dgm:cxnLst>
    <dgm:cxn modelId="{96EC5D16-1E58-4D4F-939D-C3762DA7A8D6}" srcId="{FC1C7067-FE96-448B-AD1E-66B8E7D3BDE6}" destId="{D90FCAA2-5753-45DF-954E-9EF6A19C3873}" srcOrd="0" destOrd="0" parTransId="{D35233AC-7A6F-4321-97DD-D71ADBCC1FC0}" sibTransId="{34583457-E6EA-4E68-89AA-000DE4DA2BF1}"/>
    <dgm:cxn modelId="{7846671C-F998-43DA-966B-A9CD4D4831A8}" srcId="{4B2FA0F1-AE4C-4E32-A329-FEA6875531DA}" destId="{950424AF-D42E-4033-9C7B-D04BB12208AE}" srcOrd="0" destOrd="0" parTransId="{A5E6F84A-DCDC-4FF2-90BE-6AEBC04189E9}" sibTransId="{8C098AD4-E7B2-45D5-8FBF-289670B9026E}"/>
    <dgm:cxn modelId="{4C0F631F-F4D1-41D3-A6F7-DC0695A3204F}" type="presOf" srcId="{950424AF-D42E-4033-9C7B-D04BB12208AE}" destId="{B8D3DECE-F3D1-4CDB-91DC-86107E79F758}" srcOrd="0" destOrd="1" presId="urn:microsoft.com/office/officeart/2005/8/layout/hList6"/>
    <dgm:cxn modelId="{31D03E27-8F42-432D-8F7D-E5BA8790E2F3}" srcId="{A3B7B492-291C-408C-AF1B-AB0A7A4F7DAE}" destId="{66E51594-3969-45D4-B0B4-05C95CD90C4E}" srcOrd="0" destOrd="0" parTransId="{7F631977-AE79-4008-B323-05C649155148}" sibTransId="{4429789C-2372-43D2-B954-91F3F93DB7BC}"/>
    <dgm:cxn modelId="{50F3E23F-E67F-4C8B-BF59-2383E39A84BE}" srcId="{7AA6CCBB-D2AD-445E-A401-B38BA597E22B}" destId="{4B2FA0F1-AE4C-4E32-A329-FEA6875531DA}" srcOrd="2" destOrd="0" parTransId="{451E51B3-317B-4DC6-A94C-AA11965958F0}" sibTransId="{BCAC960D-4570-42A3-857D-68CA548769F1}"/>
    <dgm:cxn modelId="{2D429862-1959-40D9-A85D-97398CA36C85}" srcId="{7AA6CCBB-D2AD-445E-A401-B38BA597E22B}" destId="{FC1C7067-FE96-448B-AD1E-66B8E7D3BDE6}" srcOrd="0" destOrd="0" parTransId="{96A4AF9C-F270-4E67-87D3-A55E642ED76D}" sibTransId="{8B044D7B-FA61-4314-BF1D-A6F4A85CF755}"/>
    <dgm:cxn modelId="{BED81457-DEE6-408E-A733-F3F546C53574}" type="presOf" srcId="{A3B7B492-291C-408C-AF1B-AB0A7A4F7DAE}" destId="{C0B2E467-7B5F-4629-937F-28AD2A3741DF}" srcOrd="0" destOrd="0" presId="urn:microsoft.com/office/officeart/2005/8/layout/hList6"/>
    <dgm:cxn modelId="{0FA0C679-8176-4632-9A76-96D4E4935119}" type="presOf" srcId="{4B2FA0F1-AE4C-4E32-A329-FEA6875531DA}" destId="{B8D3DECE-F3D1-4CDB-91DC-86107E79F758}" srcOrd="0" destOrd="0" presId="urn:microsoft.com/office/officeart/2005/8/layout/hList6"/>
    <dgm:cxn modelId="{9C65CA98-DCE0-4AA6-8ED8-39D241E86F66}" type="presOf" srcId="{D90FCAA2-5753-45DF-954E-9EF6A19C3873}" destId="{DAC929E0-E137-4ED4-B527-063CF6317F64}" srcOrd="0" destOrd="1" presId="urn:microsoft.com/office/officeart/2005/8/layout/hList6"/>
    <dgm:cxn modelId="{3F2B48C6-E3DC-46A3-87A2-2A419774696F}" srcId="{7AA6CCBB-D2AD-445E-A401-B38BA597E22B}" destId="{A3B7B492-291C-408C-AF1B-AB0A7A4F7DAE}" srcOrd="1" destOrd="0" parTransId="{5F383F55-DC08-4058-B291-5521131E64BA}" sibTransId="{AAE15475-3235-413B-91B1-3AA25B1B51B7}"/>
    <dgm:cxn modelId="{A8851ECD-1749-4184-BAED-374170A898E7}" type="presOf" srcId="{FC1C7067-FE96-448B-AD1E-66B8E7D3BDE6}" destId="{DAC929E0-E137-4ED4-B527-063CF6317F64}" srcOrd="0" destOrd="0" presId="urn:microsoft.com/office/officeart/2005/8/layout/hList6"/>
    <dgm:cxn modelId="{A25D16EA-E2BB-410D-9D40-3F5E46EBE0E4}" type="presOf" srcId="{66E51594-3969-45D4-B0B4-05C95CD90C4E}" destId="{C0B2E467-7B5F-4629-937F-28AD2A3741DF}" srcOrd="0" destOrd="1" presId="urn:microsoft.com/office/officeart/2005/8/layout/hList6"/>
    <dgm:cxn modelId="{396192F6-A86A-4ABD-99D8-CFAFA2F5F6F7}" type="presOf" srcId="{7AA6CCBB-D2AD-445E-A401-B38BA597E22B}" destId="{827057D0-4EC8-4A6A-935E-8A25DF4E15A1}" srcOrd="0" destOrd="0" presId="urn:microsoft.com/office/officeart/2005/8/layout/hList6"/>
    <dgm:cxn modelId="{73FD41CC-C783-4EBF-A196-963BA3A0C066}" type="presParOf" srcId="{827057D0-4EC8-4A6A-935E-8A25DF4E15A1}" destId="{DAC929E0-E137-4ED4-B527-063CF6317F64}" srcOrd="0" destOrd="0" presId="urn:microsoft.com/office/officeart/2005/8/layout/hList6"/>
    <dgm:cxn modelId="{F0CF3428-A97B-48F5-B3A7-0139B8B8F031}" type="presParOf" srcId="{827057D0-4EC8-4A6A-935E-8A25DF4E15A1}" destId="{BEA2CAE8-2D3C-406F-B13D-43E0C2A86FD7}" srcOrd="1" destOrd="0" presId="urn:microsoft.com/office/officeart/2005/8/layout/hList6"/>
    <dgm:cxn modelId="{AE5677B6-E18B-4F6C-BF9D-0836FF5DE333}" type="presParOf" srcId="{827057D0-4EC8-4A6A-935E-8A25DF4E15A1}" destId="{C0B2E467-7B5F-4629-937F-28AD2A3741DF}" srcOrd="2" destOrd="0" presId="urn:microsoft.com/office/officeart/2005/8/layout/hList6"/>
    <dgm:cxn modelId="{A9BD0606-379A-4325-96A1-8B9E79250BF7}" type="presParOf" srcId="{827057D0-4EC8-4A6A-935E-8A25DF4E15A1}" destId="{CBA885BD-503F-4204-B241-5A1DC5F2FC49}" srcOrd="3" destOrd="0" presId="urn:microsoft.com/office/officeart/2005/8/layout/hList6"/>
    <dgm:cxn modelId="{64EE0053-6A30-48B8-9CD9-1F650338B003}" type="presParOf" srcId="{827057D0-4EC8-4A6A-935E-8A25DF4E15A1}" destId="{B8D3DECE-F3D1-4CDB-91DC-86107E79F758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718C56-A279-438F-885A-1798A3BC1C3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BD0FAD-DE1C-4E47-AF34-CBD423664D88}">
      <dgm:prSet phldrT="[Text]" phldr="0" custT="1"/>
      <dgm:spPr>
        <a:solidFill>
          <a:srgbClr val="9CAFBF"/>
        </a:solidFill>
        <a:ln w="38100">
          <a:solidFill>
            <a:srgbClr val="393939"/>
          </a:solidFill>
        </a:ln>
      </dgm:spPr>
      <dgm:t>
        <a:bodyPr/>
        <a:lstStyle/>
        <a:p>
          <a:r>
            <a:rPr lang="en-US" sz="1400" dirty="0">
              <a:solidFill>
                <a:schemeClr val="tx1"/>
              </a:solidFill>
              <a:latin typeface="Bell MT" panose="02020503060305020303" pitchFamily="18" charset="0"/>
            </a:rPr>
            <a:t>Used DNS Tunneling to bypass network security,</a:t>
          </a:r>
        </a:p>
      </dgm:t>
    </dgm:pt>
    <dgm:pt modelId="{D2D84BFF-1389-4F0D-B01F-B98878C946BC}" type="parTrans" cxnId="{6B85D6DA-9DE6-4FA9-B59D-E53456DB8C3A}">
      <dgm:prSet/>
      <dgm:spPr/>
      <dgm:t>
        <a:bodyPr/>
        <a:lstStyle/>
        <a:p>
          <a:endParaRPr lang="en-US"/>
        </a:p>
      </dgm:t>
    </dgm:pt>
    <dgm:pt modelId="{17E68C50-15EC-4E25-AD38-654382F475B2}" type="sibTrans" cxnId="{6B85D6DA-9DE6-4FA9-B59D-E53456DB8C3A}">
      <dgm:prSet/>
      <dgm:spPr/>
      <dgm:t>
        <a:bodyPr/>
        <a:lstStyle/>
        <a:p>
          <a:endParaRPr lang="en-US"/>
        </a:p>
      </dgm:t>
    </dgm:pt>
    <dgm:pt modelId="{48BACBAC-ECBB-4444-AE78-2EFC6F89AFE1}">
      <dgm:prSet phldrT="[Text]" phldr="0" custT="1"/>
      <dgm:spPr>
        <a:solidFill>
          <a:srgbClr val="0A2A43"/>
        </a:solidFill>
        <a:ln w="38100">
          <a:solidFill>
            <a:srgbClr val="393939"/>
          </a:solidFill>
        </a:ln>
      </dgm:spPr>
      <dgm:t>
        <a:bodyPr/>
        <a:lstStyle/>
        <a:p>
          <a:r>
            <a:rPr lang="en-US" sz="1400" dirty="0">
              <a:solidFill>
                <a:schemeClr val="bg1"/>
              </a:solidFill>
              <a:latin typeface="Bell MT" panose="02020503060305020303" pitchFamily="18" charset="0"/>
            </a:rPr>
            <a:t>Preformed an XSS </a:t>
          </a:r>
          <a:r>
            <a:rPr lang="en-US" sz="1400" dirty="0">
              <a:solidFill>
                <a:srgbClr val="D40303"/>
              </a:solidFill>
              <a:latin typeface="Bell MT" panose="02020503060305020303" pitchFamily="18" charset="0"/>
            </a:rPr>
            <a:t>attack</a:t>
          </a:r>
          <a:r>
            <a:rPr lang="en-US" sz="1400" dirty="0">
              <a:solidFill>
                <a:schemeClr val="bg1"/>
              </a:solidFill>
              <a:latin typeface="Bell MT" panose="02020503060305020303" pitchFamily="18" charset="0"/>
            </a:rPr>
            <a:t> (malicious script/code into a website) to change the content and log into an employee account,</a:t>
          </a:r>
        </a:p>
      </dgm:t>
    </dgm:pt>
    <dgm:pt modelId="{395A3983-E5A8-4622-AF94-1B65DCFB5E4B}" type="parTrans" cxnId="{5BFD8804-37BE-4287-8416-71AC33B6CB95}">
      <dgm:prSet/>
      <dgm:spPr/>
      <dgm:t>
        <a:bodyPr/>
        <a:lstStyle/>
        <a:p>
          <a:endParaRPr lang="en-US"/>
        </a:p>
      </dgm:t>
    </dgm:pt>
    <dgm:pt modelId="{8A287703-F07F-4382-AC24-1062D7E2899B}" type="sibTrans" cxnId="{5BFD8804-37BE-4287-8416-71AC33B6CB95}">
      <dgm:prSet/>
      <dgm:spPr/>
      <dgm:t>
        <a:bodyPr/>
        <a:lstStyle/>
        <a:p>
          <a:endParaRPr lang="en-US"/>
        </a:p>
      </dgm:t>
    </dgm:pt>
    <dgm:pt modelId="{2855F34D-7524-4DDF-A088-2A8BE48BEBFE}">
      <dgm:prSet phldrT="[Text]" phldr="0" custT="1"/>
      <dgm:spPr>
        <a:solidFill>
          <a:srgbClr val="9CAFBF"/>
        </a:solidFill>
        <a:ln w="38100">
          <a:solidFill>
            <a:srgbClr val="393939"/>
          </a:solidFill>
        </a:ln>
      </dgm:spPr>
      <dgm:t>
        <a:bodyPr/>
        <a:lstStyle/>
        <a:p>
          <a:r>
            <a:rPr lang="en-US" sz="1400" dirty="0">
              <a:solidFill>
                <a:schemeClr val="tx1"/>
              </a:solidFill>
              <a:latin typeface="Bell MT" panose="02020503060305020303" pitchFamily="18" charset="0"/>
            </a:rPr>
            <a:t>Allowing the person to reach their main goal</a:t>
          </a:r>
          <a:r>
            <a:rPr lang="en-US" sz="1400">
              <a:solidFill>
                <a:schemeClr val="tx1"/>
              </a:solidFill>
              <a:latin typeface="Bell MT" panose="02020503060305020303" pitchFamily="18" charset="0"/>
            </a:rPr>
            <a:t>: rerouting medications </a:t>
          </a:r>
          <a:r>
            <a:rPr lang="en-US" sz="1400" dirty="0">
              <a:solidFill>
                <a:schemeClr val="tx1"/>
              </a:solidFill>
              <a:latin typeface="Bell MT" panose="02020503060305020303" pitchFamily="18" charset="0"/>
            </a:rPr>
            <a:t>to an unknown location.</a:t>
          </a:r>
        </a:p>
      </dgm:t>
    </dgm:pt>
    <dgm:pt modelId="{A25FE3E1-27D0-4BA7-8B5A-D188D13A7497}" type="parTrans" cxnId="{FDB55667-455D-4812-A965-415E6F05BC39}">
      <dgm:prSet/>
      <dgm:spPr/>
      <dgm:t>
        <a:bodyPr/>
        <a:lstStyle/>
        <a:p>
          <a:endParaRPr lang="en-US"/>
        </a:p>
      </dgm:t>
    </dgm:pt>
    <dgm:pt modelId="{68E903B3-754F-4B93-BF3A-2AEA72AC4E56}" type="sibTrans" cxnId="{FDB55667-455D-4812-A965-415E6F05BC39}">
      <dgm:prSet/>
      <dgm:spPr/>
      <dgm:t>
        <a:bodyPr/>
        <a:lstStyle/>
        <a:p>
          <a:endParaRPr lang="en-US"/>
        </a:p>
      </dgm:t>
    </dgm:pt>
    <dgm:pt modelId="{A494CE7A-FA9D-4C2A-9176-4AB48E63CA03}" type="pres">
      <dgm:prSet presAssocID="{83718C56-A279-438F-885A-1798A3BC1C35}" presName="outerComposite" presStyleCnt="0">
        <dgm:presLayoutVars>
          <dgm:chMax val="5"/>
          <dgm:dir/>
          <dgm:resizeHandles val="exact"/>
        </dgm:presLayoutVars>
      </dgm:prSet>
      <dgm:spPr/>
    </dgm:pt>
    <dgm:pt modelId="{BDDF7470-A4A5-4E34-90CD-AD7532005B4F}" type="pres">
      <dgm:prSet presAssocID="{83718C56-A279-438F-885A-1798A3BC1C35}" presName="dummyMaxCanvas" presStyleCnt="0">
        <dgm:presLayoutVars/>
      </dgm:prSet>
      <dgm:spPr/>
    </dgm:pt>
    <dgm:pt modelId="{9FC33426-8A36-465B-8B26-3CEC78C4CD70}" type="pres">
      <dgm:prSet presAssocID="{83718C56-A279-438F-885A-1798A3BC1C35}" presName="ThreeNodes_1" presStyleLbl="node1" presStyleIdx="0" presStyleCnt="3">
        <dgm:presLayoutVars>
          <dgm:bulletEnabled val="1"/>
        </dgm:presLayoutVars>
      </dgm:prSet>
      <dgm:spPr/>
    </dgm:pt>
    <dgm:pt modelId="{CD8E19ED-CEC1-4CC5-B28A-80B02F022B11}" type="pres">
      <dgm:prSet presAssocID="{83718C56-A279-438F-885A-1798A3BC1C35}" presName="ThreeNodes_2" presStyleLbl="node1" presStyleIdx="1" presStyleCnt="3">
        <dgm:presLayoutVars>
          <dgm:bulletEnabled val="1"/>
        </dgm:presLayoutVars>
      </dgm:prSet>
      <dgm:spPr/>
    </dgm:pt>
    <dgm:pt modelId="{0E567D7E-6FA5-4DAC-AA59-3DAB25BE81B8}" type="pres">
      <dgm:prSet presAssocID="{83718C56-A279-438F-885A-1798A3BC1C35}" presName="ThreeNodes_3" presStyleLbl="node1" presStyleIdx="2" presStyleCnt="3">
        <dgm:presLayoutVars>
          <dgm:bulletEnabled val="1"/>
        </dgm:presLayoutVars>
      </dgm:prSet>
      <dgm:spPr/>
    </dgm:pt>
    <dgm:pt modelId="{DBC86FA0-3C23-4279-9961-8C29D32A5575}" type="pres">
      <dgm:prSet presAssocID="{83718C56-A279-438F-885A-1798A3BC1C35}" presName="ThreeConn_1-2" presStyleLbl="fgAccFollowNode1" presStyleIdx="0" presStyleCnt="2">
        <dgm:presLayoutVars>
          <dgm:bulletEnabled val="1"/>
        </dgm:presLayoutVars>
      </dgm:prSet>
      <dgm:spPr/>
    </dgm:pt>
    <dgm:pt modelId="{8D965EC7-1F06-4988-9293-A24089F6D396}" type="pres">
      <dgm:prSet presAssocID="{83718C56-A279-438F-885A-1798A3BC1C35}" presName="ThreeConn_2-3" presStyleLbl="fgAccFollowNode1" presStyleIdx="1" presStyleCnt="2">
        <dgm:presLayoutVars>
          <dgm:bulletEnabled val="1"/>
        </dgm:presLayoutVars>
      </dgm:prSet>
      <dgm:spPr/>
    </dgm:pt>
    <dgm:pt modelId="{1A9D9E13-DFF2-4B3B-8445-0F2FBECA8B0A}" type="pres">
      <dgm:prSet presAssocID="{83718C56-A279-438F-885A-1798A3BC1C35}" presName="ThreeNodes_1_text" presStyleLbl="node1" presStyleIdx="2" presStyleCnt="3">
        <dgm:presLayoutVars>
          <dgm:bulletEnabled val="1"/>
        </dgm:presLayoutVars>
      </dgm:prSet>
      <dgm:spPr/>
    </dgm:pt>
    <dgm:pt modelId="{DC0DE5A5-26D3-4AF4-B0D8-A5AA6DB9A249}" type="pres">
      <dgm:prSet presAssocID="{83718C56-A279-438F-885A-1798A3BC1C35}" presName="ThreeNodes_2_text" presStyleLbl="node1" presStyleIdx="2" presStyleCnt="3">
        <dgm:presLayoutVars>
          <dgm:bulletEnabled val="1"/>
        </dgm:presLayoutVars>
      </dgm:prSet>
      <dgm:spPr/>
    </dgm:pt>
    <dgm:pt modelId="{9601E148-6D62-40BE-BB54-96648FFE4A0E}" type="pres">
      <dgm:prSet presAssocID="{83718C56-A279-438F-885A-1798A3BC1C3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BFD8804-37BE-4287-8416-71AC33B6CB95}" srcId="{83718C56-A279-438F-885A-1798A3BC1C35}" destId="{48BACBAC-ECBB-4444-AE78-2EFC6F89AFE1}" srcOrd="1" destOrd="0" parTransId="{395A3983-E5A8-4622-AF94-1B65DCFB5E4B}" sibTransId="{8A287703-F07F-4382-AC24-1062D7E2899B}"/>
    <dgm:cxn modelId="{831F0442-3C10-4366-95B0-2415F212948F}" type="presOf" srcId="{8A287703-F07F-4382-AC24-1062D7E2899B}" destId="{8D965EC7-1F06-4988-9293-A24089F6D396}" srcOrd="0" destOrd="0" presId="urn:microsoft.com/office/officeart/2005/8/layout/vProcess5"/>
    <dgm:cxn modelId="{AA654246-F470-4977-B792-C9FE6EBEEFC0}" type="presOf" srcId="{83718C56-A279-438F-885A-1798A3BC1C35}" destId="{A494CE7A-FA9D-4C2A-9176-4AB48E63CA03}" srcOrd="0" destOrd="0" presId="urn:microsoft.com/office/officeart/2005/8/layout/vProcess5"/>
    <dgm:cxn modelId="{4ECE1447-849A-4A05-89F3-EB4F10ABD957}" type="presOf" srcId="{48BACBAC-ECBB-4444-AE78-2EFC6F89AFE1}" destId="{DC0DE5A5-26D3-4AF4-B0D8-A5AA6DB9A249}" srcOrd="1" destOrd="0" presId="urn:microsoft.com/office/officeart/2005/8/layout/vProcess5"/>
    <dgm:cxn modelId="{FDB55667-455D-4812-A965-415E6F05BC39}" srcId="{83718C56-A279-438F-885A-1798A3BC1C35}" destId="{2855F34D-7524-4DDF-A088-2A8BE48BEBFE}" srcOrd="2" destOrd="0" parTransId="{A25FE3E1-27D0-4BA7-8B5A-D188D13A7497}" sibTransId="{68E903B3-754F-4B93-BF3A-2AEA72AC4E56}"/>
    <dgm:cxn modelId="{B7C9B769-5E00-48AD-8C97-102A6DEA837E}" type="presOf" srcId="{17E68C50-15EC-4E25-AD38-654382F475B2}" destId="{DBC86FA0-3C23-4279-9961-8C29D32A5575}" srcOrd="0" destOrd="0" presId="urn:microsoft.com/office/officeart/2005/8/layout/vProcess5"/>
    <dgm:cxn modelId="{49D7797B-2846-488F-9856-FA779C2F2B7B}" type="presOf" srcId="{C7BD0FAD-DE1C-4E47-AF34-CBD423664D88}" destId="{1A9D9E13-DFF2-4B3B-8445-0F2FBECA8B0A}" srcOrd="1" destOrd="0" presId="urn:microsoft.com/office/officeart/2005/8/layout/vProcess5"/>
    <dgm:cxn modelId="{8ABF829A-9A92-4B87-8D56-9AA1B6B939B5}" type="presOf" srcId="{48BACBAC-ECBB-4444-AE78-2EFC6F89AFE1}" destId="{CD8E19ED-CEC1-4CC5-B28A-80B02F022B11}" srcOrd="0" destOrd="0" presId="urn:microsoft.com/office/officeart/2005/8/layout/vProcess5"/>
    <dgm:cxn modelId="{B5D52DA4-B1B3-4606-A71C-E69EEE64064C}" type="presOf" srcId="{2855F34D-7524-4DDF-A088-2A8BE48BEBFE}" destId="{0E567D7E-6FA5-4DAC-AA59-3DAB25BE81B8}" srcOrd="0" destOrd="0" presId="urn:microsoft.com/office/officeart/2005/8/layout/vProcess5"/>
    <dgm:cxn modelId="{6B85D6DA-9DE6-4FA9-B59D-E53456DB8C3A}" srcId="{83718C56-A279-438F-885A-1798A3BC1C35}" destId="{C7BD0FAD-DE1C-4E47-AF34-CBD423664D88}" srcOrd="0" destOrd="0" parTransId="{D2D84BFF-1389-4F0D-B01F-B98878C946BC}" sibTransId="{17E68C50-15EC-4E25-AD38-654382F475B2}"/>
    <dgm:cxn modelId="{998120E4-030D-4EFC-A03A-BA9C1B5CD7BE}" type="presOf" srcId="{2855F34D-7524-4DDF-A088-2A8BE48BEBFE}" destId="{9601E148-6D62-40BE-BB54-96648FFE4A0E}" srcOrd="1" destOrd="0" presId="urn:microsoft.com/office/officeart/2005/8/layout/vProcess5"/>
    <dgm:cxn modelId="{34A794F2-E516-4004-BC25-0AEEADB7C191}" type="presOf" srcId="{C7BD0FAD-DE1C-4E47-AF34-CBD423664D88}" destId="{9FC33426-8A36-465B-8B26-3CEC78C4CD70}" srcOrd="0" destOrd="0" presId="urn:microsoft.com/office/officeart/2005/8/layout/vProcess5"/>
    <dgm:cxn modelId="{B494CECE-59FC-49D1-91E2-5652797378DA}" type="presParOf" srcId="{A494CE7A-FA9D-4C2A-9176-4AB48E63CA03}" destId="{BDDF7470-A4A5-4E34-90CD-AD7532005B4F}" srcOrd="0" destOrd="0" presId="urn:microsoft.com/office/officeart/2005/8/layout/vProcess5"/>
    <dgm:cxn modelId="{CDF4A49D-9D34-41C1-9923-239DF6562089}" type="presParOf" srcId="{A494CE7A-FA9D-4C2A-9176-4AB48E63CA03}" destId="{9FC33426-8A36-465B-8B26-3CEC78C4CD70}" srcOrd="1" destOrd="0" presId="urn:microsoft.com/office/officeart/2005/8/layout/vProcess5"/>
    <dgm:cxn modelId="{061CB31B-F170-44F6-9E07-9721617C5585}" type="presParOf" srcId="{A494CE7A-FA9D-4C2A-9176-4AB48E63CA03}" destId="{CD8E19ED-CEC1-4CC5-B28A-80B02F022B11}" srcOrd="2" destOrd="0" presId="urn:microsoft.com/office/officeart/2005/8/layout/vProcess5"/>
    <dgm:cxn modelId="{8A40957F-D648-4F58-99A0-B3F4F8056305}" type="presParOf" srcId="{A494CE7A-FA9D-4C2A-9176-4AB48E63CA03}" destId="{0E567D7E-6FA5-4DAC-AA59-3DAB25BE81B8}" srcOrd="3" destOrd="0" presId="urn:microsoft.com/office/officeart/2005/8/layout/vProcess5"/>
    <dgm:cxn modelId="{282CB4D9-8931-43BB-B665-292CD0BC05BD}" type="presParOf" srcId="{A494CE7A-FA9D-4C2A-9176-4AB48E63CA03}" destId="{DBC86FA0-3C23-4279-9961-8C29D32A5575}" srcOrd="4" destOrd="0" presId="urn:microsoft.com/office/officeart/2005/8/layout/vProcess5"/>
    <dgm:cxn modelId="{45BDFED6-0800-4B57-B94C-9C072284B1A3}" type="presParOf" srcId="{A494CE7A-FA9D-4C2A-9176-4AB48E63CA03}" destId="{8D965EC7-1F06-4988-9293-A24089F6D396}" srcOrd="5" destOrd="0" presId="urn:microsoft.com/office/officeart/2005/8/layout/vProcess5"/>
    <dgm:cxn modelId="{097622DB-C130-45B4-921B-05E0D15CC16F}" type="presParOf" srcId="{A494CE7A-FA9D-4C2A-9176-4AB48E63CA03}" destId="{1A9D9E13-DFF2-4B3B-8445-0F2FBECA8B0A}" srcOrd="6" destOrd="0" presId="urn:microsoft.com/office/officeart/2005/8/layout/vProcess5"/>
    <dgm:cxn modelId="{88081EF2-91F7-4ADE-BA83-ECDF676208DC}" type="presParOf" srcId="{A494CE7A-FA9D-4C2A-9176-4AB48E63CA03}" destId="{DC0DE5A5-26D3-4AF4-B0D8-A5AA6DB9A249}" srcOrd="7" destOrd="0" presId="urn:microsoft.com/office/officeart/2005/8/layout/vProcess5"/>
    <dgm:cxn modelId="{1B75B334-BC41-400E-AE17-67C858480DB4}" type="presParOf" srcId="{A494CE7A-FA9D-4C2A-9176-4AB48E63CA03}" destId="{9601E148-6D62-40BE-BB54-96648FFE4A0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E0C507-1E0D-46E5-BFC2-27F8CDBC2B1D}" type="doc">
      <dgm:prSet loTypeId="urn:microsoft.com/office/officeart/2005/8/layout/default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6869C0E2-B8D0-4727-A4EC-D712BD1B7AB3}">
      <dgm:prSet phldrT="[Text]" custT="1"/>
      <dgm:spPr>
        <a:solidFill>
          <a:srgbClr val="0A2A43"/>
        </a:solidFill>
        <a:ln>
          <a:solidFill>
            <a:srgbClr val="0A2A43"/>
          </a:solidFill>
        </a:ln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Bell MT" panose="02020503060305020303" pitchFamily="18" charset="0"/>
            </a:rPr>
            <a:t>Workers &amp; Patients lost trust and appointments were temporarily paused.</a:t>
          </a:r>
        </a:p>
      </dgm:t>
    </dgm:pt>
    <dgm:pt modelId="{498A5F43-32D3-4276-81E0-580A777285D9}" type="parTrans" cxnId="{30B54CA5-6E7F-490D-9963-2C845B3D7D3A}">
      <dgm:prSet/>
      <dgm:spPr/>
      <dgm:t>
        <a:bodyPr/>
        <a:lstStyle/>
        <a:p>
          <a:endParaRPr lang="en-US"/>
        </a:p>
      </dgm:t>
    </dgm:pt>
    <dgm:pt modelId="{E90342C6-7A1E-4E40-9BC7-B69CD14EE5F3}" type="sibTrans" cxnId="{30B54CA5-6E7F-490D-9963-2C845B3D7D3A}">
      <dgm:prSet/>
      <dgm:spPr/>
      <dgm:t>
        <a:bodyPr/>
        <a:lstStyle/>
        <a:p>
          <a:endParaRPr lang="en-US"/>
        </a:p>
      </dgm:t>
    </dgm:pt>
    <dgm:pt modelId="{0F486D48-2DBA-4474-8B55-F70554393C75}">
      <dgm:prSet phldrT="[Text]" custT="1"/>
      <dgm:spPr>
        <a:solidFill>
          <a:srgbClr val="393939"/>
        </a:solidFill>
        <a:ln w="38100">
          <a:solidFill>
            <a:srgbClr val="0A2A43"/>
          </a:solidFill>
        </a:ln>
      </dgm:spPr>
      <dgm:t>
        <a:bodyPr/>
        <a:lstStyle/>
        <a:p>
          <a:r>
            <a:rPr lang="en-US" sz="1800" dirty="0">
              <a:latin typeface="Bell MT" panose="02020503060305020303" pitchFamily="18" charset="0"/>
            </a:rPr>
            <a:t>HIPPA, DEA, and Law Enforcement were </a:t>
          </a:r>
          <a:r>
            <a:rPr lang="en-US" sz="1800" dirty="0">
              <a:solidFill>
                <a:srgbClr val="D40303"/>
              </a:solidFill>
              <a:latin typeface="Bell MT" panose="02020503060305020303" pitchFamily="18" charset="0"/>
            </a:rPr>
            <a:t>alerted</a:t>
          </a:r>
          <a:r>
            <a:rPr lang="en-US" sz="1800" dirty="0">
              <a:latin typeface="Bell MT" panose="02020503060305020303" pitchFamily="18" charset="0"/>
            </a:rPr>
            <a:t>.</a:t>
          </a:r>
        </a:p>
      </dgm:t>
    </dgm:pt>
    <dgm:pt modelId="{CD7FCB7A-4090-475C-A32E-56B3A65DAC6E}" type="parTrans" cxnId="{D2AB6359-FBA4-4E7F-904F-190E4D03D024}">
      <dgm:prSet/>
      <dgm:spPr/>
      <dgm:t>
        <a:bodyPr/>
        <a:lstStyle/>
        <a:p>
          <a:endParaRPr lang="en-US"/>
        </a:p>
      </dgm:t>
    </dgm:pt>
    <dgm:pt modelId="{57ECD5C9-FBB2-4EB2-B049-6CC5AB1ECBFD}" type="sibTrans" cxnId="{D2AB6359-FBA4-4E7F-904F-190E4D03D024}">
      <dgm:prSet/>
      <dgm:spPr/>
      <dgm:t>
        <a:bodyPr/>
        <a:lstStyle/>
        <a:p>
          <a:endParaRPr lang="en-US"/>
        </a:p>
      </dgm:t>
    </dgm:pt>
    <dgm:pt modelId="{B6BA0E5B-1F98-41EB-9E4C-94EE88B7C45C}">
      <dgm:prSet custT="1"/>
      <dgm:spPr>
        <a:solidFill>
          <a:srgbClr val="9CAFBF"/>
        </a:solidFill>
        <a:ln w="38100">
          <a:solidFill>
            <a:srgbClr val="0A2A43"/>
          </a:solidFill>
        </a:ln>
      </dgm:spPr>
      <dgm:t>
        <a:bodyPr/>
        <a:lstStyle/>
        <a:p>
          <a:r>
            <a:rPr lang="en-US" sz="2000" dirty="0">
              <a:solidFill>
                <a:schemeClr val="tx1"/>
              </a:solidFill>
              <a:latin typeface="Bell MT" panose="02020503060305020303" pitchFamily="18" charset="0"/>
            </a:rPr>
            <a:t>Approximately $980,000 in losses per day.</a:t>
          </a:r>
        </a:p>
      </dgm:t>
    </dgm:pt>
    <dgm:pt modelId="{E766F75D-B2E4-45F0-9132-C3A674C0BE33}" type="parTrans" cxnId="{B662B3E0-1C55-443F-922F-43AC9623326F}">
      <dgm:prSet/>
      <dgm:spPr/>
      <dgm:t>
        <a:bodyPr/>
        <a:lstStyle/>
        <a:p>
          <a:endParaRPr lang="en-US"/>
        </a:p>
      </dgm:t>
    </dgm:pt>
    <dgm:pt modelId="{9DB1BB89-AC7C-4E61-9A70-E44AAF23AF34}" type="sibTrans" cxnId="{B662B3E0-1C55-443F-922F-43AC9623326F}">
      <dgm:prSet/>
      <dgm:spPr/>
      <dgm:t>
        <a:bodyPr/>
        <a:lstStyle/>
        <a:p>
          <a:endParaRPr lang="en-US"/>
        </a:p>
      </dgm:t>
    </dgm:pt>
    <dgm:pt modelId="{049D6855-F7C0-405D-9A33-DC030E3EE60B}" type="pres">
      <dgm:prSet presAssocID="{12E0C507-1E0D-46E5-BFC2-27F8CDBC2B1D}" presName="diagram" presStyleCnt="0">
        <dgm:presLayoutVars>
          <dgm:dir/>
          <dgm:resizeHandles val="exact"/>
        </dgm:presLayoutVars>
      </dgm:prSet>
      <dgm:spPr/>
    </dgm:pt>
    <dgm:pt modelId="{83F90832-9F2B-4220-A8B2-6E164C41FF5E}" type="pres">
      <dgm:prSet presAssocID="{6869C0E2-B8D0-4727-A4EC-D712BD1B7AB3}" presName="node" presStyleLbl="node1" presStyleIdx="0" presStyleCnt="3">
        <dgm:presLayoutVars>
          <dgm:bulletEnabled val="1"/>
        </dgm:presLayoutVars>
      </dgm:prSet>
      <dgm:spPr/>
    </dgm:pt>
    <dgm:pt modelId="{4BA7ED4A-026C-4771-88F0-57C70A73F6DC}" type="pres">
      <dgm:prSet presAssocID="{E90342C6-7A1E-4E40-9BC7-B69CD14EE5F3}" presName="sibTrans" presStyleCnt="0"/>
      <dgm:spPr/>
    </dgm:pt>
    <dgm:pt modelId="{3D0AFFF2-F558-478C-AB9A-AD6AC5988F0A}" type="pres">
      <dgm:prSet presAssocID="{B6BA0E5B-1F98-41EB-9E4C-94EE88B7C45C}" presName="node" presStyleLbl="node1" presStyleIdx="1" presStyleCnt="3">
        <dgm:presLayoutVars>
          <dgm:bulletEnabled val="1"/>
        </dgm:presLayoutVars>
      </dgm:prSet>
      <dgm:spPr/>
    </dgm:pt>
    <dgm:pt modelId="{3836248C-2548-4052-AA0E-874A192C4EEA}" type="pres">
      <dgm:prSet presAssocID="{9DB1BB89-AC7C-4E61-9A70-E44AAF23AF34}" presName="sibTrans" presStyleCnt="0"/>
      <dgm:spPr/>
    </dgm:pt>
    <dgm:pt modelId="{20B0DEA3-961D-4656-87E3-9F276E48F7DF}" type="pres">
      <dgm:prSet presAssocID="{0F486D48-2DBA-4474-8B55-F70554393C75}" presName="node" presStyleLbl="node1" presStyleIdx="2" presStyleCnt="3" custLinFactNeighborX="-989" custLinFactNeighborY="549">
        <dgm:presLayoutVars>
          <dgm:bulletEnabled val="1"/>
        </dgm:presLayoutVars>
      </dgm:prSet>
      <dgm:spPr/>
    </dgm:pt>
  </dgm:ptLst>
  <dgm:cxnLst>
    <dgm:cxn modelId="{916CDF23-BBCA-42E1-92ED-1D3041BA7888}" type="presOf" srcId="{12E0C507-1E0D-46E5-BFC2-27F8CDBC2B1D}" destId="{049D6855-F7C0-405D-9A33-DC030E3EE60B}" srcOrd="0" destOrd="0" presId="urn:microsoft.com/office/officeart/2005/8/layout/default"/>
    <dgm:cxn modelId="{B0812532-2406-480E-82BF-6B0C1D00D965}" type="presOf" srcId="{6869C0E2-B8D0-4727-A4EC-D712BD1B7AB3}" destId="{83F90832-9F2B-4220-A8B2-6E164C41FF5E}" srcOrd="0" destOrd="0" presId="urn:microsoft.com/office/officeart/2005/8/layout/default"/>
    <dgm:cxn modelId="{63F68071-DB32-4589-A6E1-0B555EBFC303}" type="presOf" srcId="{0F486D48-2DBA-4474-8B55-F70554393C75}" destId="{20B0DEA3-961D-4656-87E3-9F276E48F7DF}" srcOrd="0" destOrd="0" presId="urn:microsoft.com/office/officeart/2005/8/layout/default"/>
    <dgm:cxn modelId="{D2AB6359-FBA4-4E7F-904F-190E4D03D024}" srcId="{12E0C507-1E0D-46E5-BFC2-27F8CDBC2B1D}" destId="{0F486D48-2DBA-4474-8B55-F70554393C75}" srcOrd="2" destOrd="0" parTransId="{CD7FCB7A-4090-475C-A32E-56B3A65DAC6E}" sibTransId="{57ECD5C9-FBB2-4EB2-B049-6CC5AB1ECBFD}"/>
    <dgm:cxn modelId="{30B54CA5-6E7F-490D-9963-2C845B3D7D3A}" srcId="{12E0C507-1E0D-46E5-BFC2-27F8CDBC2B1D}" destId="{6869C0E2-B8D0-4727-A4EC-D712BD1B7AB3}" srcOrd="0" destOrd="0" parTransId="{498A5F43-32D3-4276-81E0-580A777285D9}" sibTransId="{E90342C6-7A1E-4E40-9BC7-B69CD14EE5F3}"/>
    <dgm:cxn modelId="{B662B3E0-1C55-443F-922F-43AC9623326F}" srcId="{12E0C507-1E0D-46E5-BFC2-27F8CDBC2B1D}" destId="{B6BA0E5B-1F98-41EB-9E4C-94EE88B7C45C}" srcOrd="1" destOrd="0" parTransId="{E766F75D-B2E4-45F0-9132-C3A674C0BE33}" sibTransId="{9DB1BB89-AC7C-4E61-9A70-E44AAF23AF34}"/>
    <dgm:cxn modelId="{03888CEC-36E4-41E8-9086-E8FDFD60728C}" type="presOf" srcId="{B6BA0E5B-1F98-41EB-9E4C-94EE88B7C45C}" destId="{3D0AFFF2-F558-478C-AB9A-AD6AC5988F0A}" srcOrd="0" destOrd="0" presId="urn:microsoft.com/office/officeart/2005/8/layout/default"/>
    <dgm:cxn modelId="{21FD5327-39B5-458A-8EC3-8D35D7A34CC4}" type="presParOf" srcId="{049D6855-F7C0-405D-9A33-DC030E3EE60B}" destId="{83F90832-9F2B-4220-A8B2-6E164C41FF5E}" srcOrd="0" destOrd="0" presId="urn:microsoft.com/office/officeart/2005/8/layout/default"/>
    <dgm:cxn modelId="{4DC0C8B6-7D4E-4EB4-ADCA-35A98EC8ABC9}" type="presParOf" srcId="{049D6855-F7C0-405D-9A33-DC030E3EE60B}" destId="{4BA7ED4A-026C-4771-88F0-57C70A73F6DC}" srcOrd="1" destOrd="0" presId="urn:microsoft.com/office/officeart/2005/8/layout/default"/>
    <dgm:cxn modelId="{3468EFDA-A551-4C6F-B9D8-7DF436301F0C}" type="presParOf" srcId="{049D6855-F7C0-405D-9A33-DC030E3EE60B}" destId="{3D0AFFF2-F558-478C-AB9A-AD6AC5988F0A}" srcOrd="2" destOrd="0" presId="urn:microsoft.com/office/officeart/2005/8/layout/default"/>
    <dgm:cxn modelId="{28EEF864-4FBF-4182-A7A7-64A3D4A64D75}" type="presParOf" srcId="{049D6855-F7C0-405D-9A33-DC030E3EE60B}" destId="{3836248C-2548-4052-AA0E-874A192C4EEA}" srcOrd="3" destOrd="0" presId="urn:microsoft.com/office/officeart/2005/8/layout/default"/>
    <dgm:cxn modelId="{1FFB3196-C318-4644-B1D3-DE29DB1B8138}" type="presParOf" srcId="{049D6855-F7C0-405D-9A33-DC030E3EE60B}" destId="{20B0DEA3-961D-4656-87E3-9F276E48F7D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7A1CFF-4EFD-4D98-867E-C40D5387D682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E23642-D6E9-47F9-B429-C3F88A876409}">
      <dgm:prSet phldrT="[Text]" phldr="0" custT="1"/>
      <dgm:spPr>
        <a:solidFill>
          <a:srgbClr val="9CAFBF">
            <a:alpha val="90000"/>
          </a:srgbClr>
        </a:solidFill>
        <a:ln>
          <a:solidFill>
            <a:srgbClr val="9CAFBF"/>
          </a:solidFill>
        </a:ln>
      </dgm:spPr>
      <dgm:t>
        <a:bodyPr/>
        <a:lstStyle/>
        <a:p>
          <a:r>
            <a:rPr lang="en-US" sz="3600" dirty="0">
              <a:latin typeface="AngsanaUPC" panose="02020603050405020304" pitchFamily="18" charset="-34"/>
              <a:cs typeface="AngsanaUPC" panose="02020603050405020304" pitchFamily="18" charset="-34"/>
            </a:rPr>
            <a:t>Required Meetings</a:t>
          </a:r>
        </a:p>
      </dgm:t>
    </dgm:pt>
    <dgm:pt modelId="{11A452B1-2437-458F-A891-5A2816974362}" type="parTrans" cxnId="{4421EF9D-A48F-4F84-B239-5E342CC079B0}">
      <dgm:prSet/>
      <dgm:spPr/>
      <dgm:t>
        <a:bodyPr/>
        <a:lstStyle/>
        <a:p>
          <a:endParaRPr lang="en-US"/>
        </a:p>
      </dgm:t>
    </dgm:pt>
    <dgm:pt modelId="{45DAB382-2104-4BBF-9CCC-BE1CA849967E}" type="sibTrans" cxnId="{4421EF9D-A48F-4F84-B239-5E342CC079B0}">
      <dgm:prSet/>
      <dgm:spPr/>
      <dgm:t>
        <a:bodyPr/>
        <a:lstStyle/>
        <a:p>
          <a:endParaRPr lang="en-US"/>
        </a:p>
      </dgm:t>
    </dgm:pt>
    <dgm:pt modelId="{A7F96B59-8862-4C92-8CF6-AE216919E886}">
      <dgm:prSet phldrT="[Text]" phldr="0" custT="1"/>
      <dgm:spPr/>
      <dgm:t>
        <a:bodyPr/>
        <a:lstStyle/>
        <a:p>
          <a:r>
            <a:rPr lang="en-US" sz="1400" dirty="0">
              <a:latin typeface="Bell MT" panose="02020503060305020303" pitchFamily="18" charset="0"/>
            </a:rPr>
            <a:t>Required meetings and trainings about internet/computer safety</a:t>
          </a:r>
        </a:p>
      </dgm:t>
    </dgm:pt>
    <dgm:pt modelId="{C8D6F19B-6719-4564-BC18-7BF4C7A8D01E}" type="parTrans" cxnId="{C0D5962E-1C84-4BFA-BFC9-AAEA411C673E}">
      <dgm:prSet/>
      <dgm:spPr/>
      <dgm:t>
        <a:bodyPr/>
        <a:lstStyle/>
        <a:p>
          <a:endParaRPr lang="en-US"/>
        </a:p>
      </dgm:t>
    </dgm:pt>
    <dgm:pt modelId="{D6C531FE-1884-4990-A1C8-3D6EEA953536}" type="sibTrans" cxnId="{C0D5962E-1C84-4BFA-BFC9-AAEA411C673E}">
      <dgm:prSet/>
      <dgm:spPr/>
      <dgm:t>
        <a:bodyPr/>
        <a:lstStyle/>
        <a:p>
          <a:endParaRPr lang="en-US"/>
        </a:p>
      </dgm:t>
    </dgm:pt>
    <dgm:pt modelId="{3EAABC59-99D0-467A-B167-CD3C554A06B1}">
      <dgm:prSet phldrT="[Text]" phldr="0" custT="1"/>
      <dgm:spPr>
        <a:solidFill>
          <a:schemeClr val="tx1">
            <a:lumMod val="65000"/>
            <a:lumOff val="35000"/>
            <a:alpha val="90000"/>
          </a:schemeClr>
        </a:solidFill>
        <a:ln>
          <a:solidFill>
            <a:srgbClr val="9CAFBF"/>
          </a:solidFill>
        </a:ln>
      </dgm:spPr>
      <dgm:t>
        <a:bodyPr/>
        <a:lstStyle/>
        <a:p>
          <a:r>
            <a:rPr lang="en-US" sz="3600" dirty="0">
              <a:latin typeface="AngsanaUPC" panose="02020603050405020304" pitchFamily="18" charset="-34"/>
              <a:cs typeface="AngsanaUPC" panose="02020603050405020304" pitchFamily="18" charset="-34"/>
            </a:rPr>
            <a:t>MFA</a:t>
          </a:r>
        </a:p>
      </dgm:t>
    </dgm:pt>
    <dgm:pt modelId="{06DB75BC-BB62-4CF2-BDFA-4437CB2FEEDB}" type="parTrans" cxnId="{32D22D28-B0F6-4D44-901A-481CE862C8E4}">
      <dgm:prSet/>
      <dgm:spPr/>
      <dgm:t>
        <a:bodyPr/>
        <a:lstStyle/>
        <a:p>
          <a:endParaRPr lang="en-US"/>
        </a:p>
      </dgm:t>
    </dgm:pt>
    <dgm:pt modelId="{D8BC6DF3-00F0-4839-9705-8D66BFD7EF2B}" type="sibTrans" cxnId="{32D22D28-B0F6-4D44-901A-481CE862C8E4}">
      <dgm:prSet/>
      <dgm:spPr/>
      <dgm:t>
        <a:bodyPr/>
        <a:lstStyle/>
        <a:p>
          <a:endParaRPr lang="en-US"/>
        </a:p>
      </dgm:t>
    </dgm:pt>
    <dgm:pt modelId="{707B7321-254D-4D77-A8F5-974B3BE4E719}">
      <dgm:prSet phldrT="[Text]" phldr="0" custT="1"/>
      <dgm:spPr/>
      <dgm:t>
        <a:bodyPr/>
        <a:lstStyle/>
        <a:p>
          <a:r>
            <a:rPr lang="en-US" sz="1400" dirty="0">
              <a:solidFill>
                <a:schemeClr val="bg1"/>
              </a:solidFill>
              <a:latin typeface="Bell MT" panose="02020503060305020303" pitchFamily="18" charset="0"/>
            </a:rPr>
            <a:t>MFA is a security process that requires two+ forms of verification and has been enabled (Password – key card ID.)</a:t>
          </a:r>
        </a:p>
      </dgm:t>
    </dgm:pt>
    <dgm:pt modelId="{17523201-1D24-4AC0-8826-6FF8F6C9F129}" type="parTrans" cxnId="{E703BF17-5272-4207-80DF-D088CA75ECAB}">
      <dgm:prSet/>
      <dgm:spPr/>
      <dgm:t>
        <a:bodyPr/>
        <a:lstStyle/>
        <a:p>
          <a:endParaRPr lang="en-US"/>
        </a:p>
      </dgm:t>
    </dgm:pt>
    <dgm:pt modelId="{76559AE5-9EE5-424F-A0F5-3E3EE6C5AD53}" type="sibTrans" cxnId="{E703BF17-5272-4207-80DF-D088CA75ECAB}">
      <dgm:prSet/>
      <dgm:spPr/>
      <dgm:t>
        <a:bodyPr/>
        <a:lstStyle/>
        <a:p>
          <a:endParaRPr lang="en-US"/>
        </a:p>
      </dgm:t>
    </dgm:pt>
    <dgm:pt modelId="{A97E07CF-0824-440D-AF14-4A3B49D19221}">
      <dgm:prSet phldrT="[Text]" phldr="0" custT="1"/>
      <dgm:spPr>
        <a:solidFill>
          <a:srgbClr val="9CAFBF">
            <a:alpha val="90000"/>
          </a:srgbClr>
        </a:solidFill>
        <a:ln>
          <a:solidFill>
            <a:srgbClr val="0A2A43"/>
          </a:solidFill>
        </a:ln>
      </dgm:spPr>
      <dgm:t>
        <a:bodyPr/>
        <a:lstStyle/>
        <a:p>
          <a:r>
            <a:rPr lang="en-US" sz="3600" dirty="0">
              <a:latin typeface="AngsanaUPC" panose="02020603050405020304" pitchFamily="18" charset="-34"/>
              <a:cs typeface="AngsanaUPC" panose="02020603050405020304" pitchFamily="18" charset="-34"/>
            </a:rPr>
            <a:t>MFA</a:t>
          </a:r>
        </a:p>
      </dgm:t>
    </dgm:pt>
    <dgm:pt modelId="{CA1AA18C-A2D2-4FBC-8CED-D1DE24469895}" type="parTrans" cxnId="{6ECEB817-F552-4995-A9C4-2BF859FC4197}">
      <dgm:prSet/>
      <dgm:spPr/>
      <dgm:t>
        <a:bodyPr/>
        <a:lstStyle/>
        <a:p>
          <a:endParaRPr lang="en-US"/>
        </a:p>
      </dgm:t>
    </dgm:pt>
    <dgm:pt modelId="{76951370-64C9-4935-9980-40D5D3E32B5A}" type="sibTrans" cxnId="{6ECEB817-F552-4995-A9C4-2BF859FC4197}">
      <dgm:prSet/>
      <dgm:spPr/>
      <dgm:t>
        <a:bodyPr/>
        <a:lstStyle/>
        <a:p>
          <a:endParaRPr lang="en-US"/>
        </a:p>
      </dgm:t>
    </dgm:pt>
    <dgm:pt modelId="{0FADF587-A36D-410B-BD08-16023E482970}">
      <dgm:prSet phldrT="[Text]" phldr="0" custT="1"/>
      <dgm:spPr/>
      <dgm:t>
        <a:bodyPr/>
        <a:lstStyle/>
        <a:p>
          <a:r>
            <a:rPr lang="en-US" sz="1400" dirty="0">
              <a:latin typeface="Bell MT" panose="02020503060305020303" pitchFamily="18" charset="0"/>
            </a:rPr>
            <a:t>Logs have been enabled for the system ex: entering/leaving the system.</a:t>
          </a:r>
        </a:p>
      </dgm:t>
    </dgm:pt>
    <dgm:pt modelId="{4FAB23BE-0DFE-4D5E-A81E-7352D950D807}" type="parTrans" cxnId="{DBF1B756-B15F-428C-BA02-7228041E0832}">
      <dgm:prSet/>
      <dgm:spPr/>
      <dgm:t>
        <a:bodyPr/>
        <a:lstStyle/>
        <a:p>
          <a:endParaRPr lang="en-US"/>
        </a:p>
      </dgm:t>
    </dgm:pt>
    <dgm:pt modelId="{DB206819-446A-4617-A9EA-DFCB9BD9BF5B}" type="sibTrans" cxnId="{DBF1B756-B15F-428C-BA02-7228041E0832}">
      <dgm:prSet/>
      <dgm:spPr/>
      <dgm:t>
        <a:bodyPr/>
        <a:lstStyle/>
        <a:p>
          <a:endParaRPr lang="en-US"/>
        </a:p>
      </dgm:t>
    </dgm:pt>
    <dgm:pt modelId="{BEDFBF11-E25C-4F5B-A58B-342663E13C00}" type="pres">
      <dgm:prSet presAssocID="{A67A1CFF-4EFD-4D98-867E-C40D5387D682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192C780-B976-4196-ACED-20C99E8E30E9}" type="pres">
      <dgm:prSet presAssocID="{C0E23642-D6E9-47F9-B429-C3F88A876409}" presName="circle1" presStyleLbl="node1" presStyleIdx="0" presStyleCnt="3"/>
      <dgm:spPr>
        <a:solidFill>
          <a:srgbClr val="0A2A43"/>
        </a:solidFill>
      </dgm:spPr>
    </dgm:pt>
    <dgm:pt modelId="{43E45297-BF49-4A66-BBD2-F0DCB232D119}" type="pres">
      <dgm:prSet presAssocID="{C0E23642-D6E9-47F9-B429-C3F88A876409}" presName="space" presStyleCnt="0"/>
      <dgm:spPr/>
    </dgm:pt>
    <dgm:pt modelId="{B06AB7E8-71B2-4163-ABA9-601EE296AB5F}" type="pres">
      <dgm:prSet presAssocID="{C0E23642-D6E9-47F9-B429-C3F88A876409}" presName="rect1" presStyleLbl="alignAcc1" presStyleIdx="0" presStyleCnt="3" custLinFactNeighborX="422" custLinFactNeighborY="385"/>
      <dgm:spPr/>
    </dgm:pt>
    <dgm:pt modelId="{3EB76652-6768-4947-B31E-F31527B24CE3}" type="pres">
      <dgm:prSet presAssocID="{3EAABC59-99D0-467A-B167-CD3C554A06B1}" presName="vertSpace2" presStyleLbl="node1" presStyleIdx="0" presStyleCnt="3"/>
      <dgm:spPr/>
    </dgm:pt>
    <dgm:pt modelId="{5CF1FC1D-52F3-4988-B709-B6980897743D}" type="pres">
      <dgm:prSet presAssocID="{3EAABC59-99D0-467A-B167-CD3C554A06B1}" presName="circle2" presStyleLbl="node1" presStyleIdx="1" presStyleCnt="3"/>
      <dgm:spPr>
        <a:solidFill>
          <a:schemeClr val="accent1">
            <a:lumMod val="75000"/>
          </a:schemeClr>
        </a:solidFill>
      </dgm:spPr>
    </dgm:pt>
    <dgm:pt modelId="{D075228E-35B8-427F-9405-BC73C4A94F02}" type="pres">
      <dgm:prSet presAssocID="{3EAABC59-99D0-467A-B167-CD3C554A06B1}" presName="rect2" presStyleLbl="alignAcc1" presStyleIdx="1" presStyleCnt="3" custScaleY="105310" custLinFactNeighborX="-233" custLinFactNeighborY="1771"/>
      <dgm:spPr/>
    </dgm:pt>
    <dgm:pt modelId="{5A2A872A-D6FF-45BF-9ED0-EC27725C89A5}" type="pres">
      <dgm:prSet presAssocID="{A97E07CF-0824-440D-AF14-4A3B49D19221}" presName="vertSpace3" presStyleLbl="node1" presStyleIdx="1" presStyleCnt="3"/>
      <dgm:spPr/>
    </dgm:pt>
    <dgm:pt modelId="{3424A919-BC44-4771-B5C0-540DA993E4B3}" type="pres">
      <dgm:prSet presAssocID="{A97E07CF-0824-440D-AF14-4A3B49D19221}" presName="circle3" presStyleLbl="node1" presStyleIdx="2" presStyleCnt="3"/>
      <dgm:spPr>
        <a:solidFill>
          <a:srgbClr val="393939"/>
        </a:solidFill>
      </dgm:spPr>
    </dgm:pt>
    <dgm:pt modelId="{7CED2C3E-E17E-431A-A84B-950CA7B73911}" type="pres">
      <dgm:prSet presAssocID="{A97E07CF-0824-440D-AF14-4A3B49D19221}" presName="rect3" presStyleLbl="alignAcc1" presStyleIdx="2" presStyleCnt="3" custScaleY="127021" custLinFactNeighborX="796" custLinFactNeighborY="25682"/>
      <dgm:spPr/>
    </dgm:pt>
    <dgm:pt modelId="{2741EED5-0077-48A1-86D4-ADED2BB24116}" type="pres">
      <dgm:prSet presAssocID="{C0E23642-D6E9-47F9-B429-C3F88A876409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75523640-773C-44F0-8D91-B4BEEFCD981E}" type="pres">
      <dgm:prSet presAssocID="{C0E23642-D6E9-47F9-B429-C3F88A876409}" presName="rect1ChTx" presStyleLbl="alignAcc1" presStyleIdx="2" presStyleCnt="3" custScaleX="117935">
        <dgm:presLayoutVars>
          <dgm:bulletEnabled val="1"/>
        </dgm:presLayoutVars>
      </dgm:prSet>
      <dgm:spPr/>
    </dgm:pt>
    <dgm:pt modelId="{8F8BC44C-EB90-4A4B-A48E-7CDE8656572F}" type="pres">
      <dgm:prSet presAssocID="{3EAABC59-99D0-467A-B167-CD3C554A06B1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126459B3-CEB5-4D50-BB24-A51DFE23AF8F}" type="pres">
      <dgm:prSet presAssocID="{3EAABC59-99D0-467A-B167-CD3C554A06B1}" presName="rect2ChTx" presStyleLbl="alignAcc1" presStyleIdx="2" presStyleCnt="3" custScaleX="109275" custLinFactNeighborX="-7253" custLinFactNeighborY="5652">
        <dgm:presLayoutVars>
          <dgm:bulletEnabled val="1"/>
        </dgm:presLayoutVars>
      </dgm:prSet>
      <dgm:spPr/>
    </dgm:pt>
    <dgm:pt modelId="{49BA18C5-C4A0-497C-8200-6F3083C37B7F}" type="pres">
      <dgm:prSet presAssocID="{A97E07CF-0824-440D-AF14-4A3B49D19221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A735C2D0-9697-4C02-B085-2217AEDA8C1D}" type="pres">
      <dgm:prSet presAssocID="{A97E07CF-0824-440D-AF14-4A3B49D19221}" presName="rect3ChTx" presStyleLbl="alignAcc1" presStyleIdx="2" presStyleCnt="3" custScaleX="120120" custLinFactNeighborX="-465" custLinFactNeighborY="22984">
        <dgm:presLayoutVars>
          <dgm:bulletEnabled val="1"/>
        </dgm:presLayoutVars>
      </dgm:prSet>
      <dgm:spPr/>
    </dgm:pt>
  </dgm:ptLst>
  <dgm:cxnLst>
    <dgm:cxn modelId="{4D230306-9F55-4601-9722-728FDDC00004}" type="presOf" srcId="{3EAABC59-99D0-467A-B167-CD3C554A06B1}" destId="{D075228E-35B8-427F-9405-BC73C4A94F02}" srcOrd="0" destOrd="0" presId="urn:microsoft.com/office/officeart/2005/8/layout/target3"/>
    <dgm:cxn modelId="{6ECEB817-F552-4995-A9C4-2BF859FC4197}" srcId="{A67A1CFF-4EFD-4D98-867E-C40D5387D682}" destId="{A97E07CF-0824-440D-AF14-4A3B49D19221}" srcOrd="2" destOrd="0" parTransId="{CA1AA18C-A2D2-4FBC-8CED-D1DE24469895}" sibTransId="{76951370-64C9-4935-9980-40D5D3E32B5A}"/>
    <dgm:cxn modelId="{E703BF17-5272-4207-80DF-D088CA75ECAB}" srcId="{3EAABC59-99D0-467A-B167-CD3C554A06B1}" destId="{707B7321-254D-4D77-A8F5-974B3BE4E719}" srcOrd="0" destOrd="0" parTransId="{17523201-1D24-4AC0-8826-6FF8F6C9F129}" sibTransId="{76559AE5-9EE5-424F-A0F5-3E3EE6C5AD53}"/>
    <dgm:cxn modelId="{32D22D28-B0F6-4D44-901A-481CE862C8E4}" srcId="{A67A1CFF-4EFD-4D98-867E-C40D5387D682}" destId="{3EAABC59-99D0-467A-B167-CD3C554A06B1}" srcOrd="1" destOrd="0" parTransId="{06DB75BC-BB62-4CF2-BDFA-4437CB2FEEDB}" sibTransId="{D8BC6DF3-00F0-4839-9705-8D66BFD7EF2B}"/>
    <dgm:cxn modelId="{6B4F0A2B-1E2D-48F0-BDA3-F63CF3D85235}" type="presOf" srcId="{C0E23642-D6E9-47F9-B429-C3F88A876409}" destId="{2741EED5-0077-48A1-86D4-ADED2BB24116}" srcOrd="1" destOrd="0" presId="urn:microsoft.com/office/officeart/2005/8/layout/target3"/>
    <dgm:cxn modelId="{8C223E2C-604D-4B61-A620-FBDED8EA87CD}" type="presOf" srcId="{A7F96B59-8862-4C92-8CF6-AE216919E886}" destId="{75523640-773C-44F0-8D91-B4BEEFCD981E}" srcOrd="0" destOrd="0" presId="urn:microsoft.com/office/officeart/2005/8/layout/target3"/>
    <dgm:cxn modelId="{C0D5962E-1C84-4BFA-BFC9-AAEA411C673E}" srcId="{C0E23642-D6E9-47F9-B429-C3F88A876409}" destId="{A7F96B59-8862-4C92-8CF6-AE216919E886}" srcOrd="0" destOrd="0" parTransId="{C8D6F19B-6719-4564-BC18-7BF4C7A8D01E}" sibTransId="{D6C531FE-1884-4990-A1C8-3D6EEA953536}"/>
    <dgm:cxn modelId="{01C47E39-C676-41C6-B811-061E2BB85EB5}" type="presOf" srcId="{A97E07CF-0824-440D-AF14-4A3B49D19221}" destId="{7CED2C3E-E17E-431A-A84B-950CA7B73911}" srcOrd="0" destOrd="0" presId="urn:microsoft.com/office/officeart/2005/8/layout/target3"/>
    <dgm:cxn modelId="{65DDE866-A6A8-43B5-AF53-12CC7DBA656D}" type="presOf" srcId="{A97E07CF-0824-440D-AF14-4A3B49D19221}" destId="{49BA18C5-C4A0-497C-8200-6F3083C37B7F}" srcOrd="1" destOrd="0" presId="urn:microsoft.com/office/officeart/2005/8/layout/target3"/>
    <dgm:cxn modelId="{DBF1B756-B15F-428C-BA02-7228041E0832}" srcId="{A97E07CF-0824-440D-AF14-4A3B49D19221}" destId="{0FADF587-A36D-410B-BD08-16023E482970}" srcOrd="0" destOrd="0" parTransId="{4FAB23BE-0DFE-4D5E-A81E-7352D950D807}" sibTransId="{DB206819-446A-4617-A9EA-DFCB9BD9BF5B}"/>
    <dgm:cxn modelId="{2A46F695-4658-4749-BBAB-78A0331F901D}" type="presOf" srcId="{C0E23642-D6E9-47F9-B429-C3F88A876409}" destId="{B06AB7E8-71B2-4163-ABA9-601EE296AB5F}" srcOrd="0" destOrd="0" presId="urn:microsoft.com/office/officeart/2005/8/layout/target3"/>
    <dgm:cxn modelId="{4421EF9D-A48F-4F84-B239-5E342CC079B0}" srcId="{A67A1CFF-4EFD-4D98-867E-C40D5387D682}" destId="{C0E23642-D6E9-47F9-B429-C3F88A876409}" srcOrd="0" destOrd="0" parTransId="{11A452B1-2437-458F-A891-5A2816974362}" sibTransId="{45DAB382-2104-4BBF-9CCC-BE1CA849967E}"/>
    <dgm:cxn modelId="{0489529E-3664-40C7-BBFC-B84F35CAC28C}" type="presOf" srcId="{0FADF587-A36D-410B-BD08-16023E482970}" destId="{A735C2D0-9697-4C02-B085-2217AEDA8C1D}" srcOrd="0" destOrd="0" presId="urn:microsoft.com/office/officeart/2005/8/layout/target3"/>
    <dgm:cxn modelId="{EA2A0DD4-399E-43FC-A4B2-66F9B32EF640}" type="presOf" srcId="{707B7321-254D-4D77-A8F5-974B3BE4E719}" destId="{126459B3-CEB5-4D50-BB24-A51DFE23AF8F}" srcOrd="0" destOrd="0" presId="urn:microsoft.com/office/officeart/2005/8/layout/target3"/>
    <dgm:cxn modelId="{CAC2BCFB-D96B-4DAD-91FC-9C68A7C82FD6}" type="presOf" srcId="{A67A1CFF-4EFD-4D98-867E-C40D5387D682}" destId="{BEDFBF11-E25C-4F5B-A58B-342663E13C00}" srcOrd="0" destOrd="0" presId="urn:microsoft.com/office/officeart/2005/8/layout/target3"/>
    <dgm:cxn modelId="{3E85EDFE-0C4C-4311-8EDF-9D4B0CFC9327}" type="presOf" srcId="{3EAABC59-99D0-467A-B167-CD3C554A06B1}" destId="{8F8BC44C-EB90-4A4B-A48E-7CDE8656572F}" srcOrd="1" destOrd="0" presId="urn:microsoft.com/office/officeart/2005/8/layout/target3"/>
    <dgm:cxn modelId="{28A327C1-6F35-4D07-8FFB-74674A7FDF3D}" type="presParOf" srcId="{BEDFBF11-E25C-4F5B-A58B-342663E13C00}" destId="{4192C780-B976-4196-ACED-20C99E8E30E9}" srcOrd="0" destOrd="0" presId="urn:microsoft.com/office/officeart/2005/8/layout/target3"/>
    <dgm:cxn modelId="{D9DA748F-666D-4826-A487-3E495DD1EF62}" type="presParOf" srcId="{BEDFBF11-E25C-4F5B-A58B-342663E13C00}" destId="{43E45297-BF49-4A66-BBD2-F0DCB232D119}" srcOrd="1" destOrd="0" presId="urn:microsoft.com/office/officeart/2005/8/layout/target3"/>
    <dgm:cxn modelId="{367DEF11-DD7C-4429-B4CD-CDA972859EA4}" type="presParOf" srcId="{BEDFBF11-E25C-4F5B-A58B-342663E13C00}" destId="{B06AB7E8-71B2-4163-ABA9-601EE296AB5F}" srcOrd="2" destOrd="0" presId="urn:microsoft.com/office/officeart/2005/8/layout/target3"/>
    <dgm:cxn modelId="{8105D568-257C-4F77-85E0-0CB9870A07F7}" type="presParOf" srcId="{BEDFBF11-E25C-4F5B-A58B-342663E13C00}" destId="{3EB76652-6768-4947-B31E-F31527B24CE3}" srcOrd="3" destOrd="0" presId="urn:microsoft.com/office/officeart/2005/8/layout/target3"/>
    <dgm:cxn modelId="{EC0E6312-2201-4398-9E20-A25C3BD97D0C}" type="presParOf" srcId="{BEDFBF11-E25C-4F5B-A58B-342663E13C00}" destId="{5CF1FC1D-52F3-4988-B709-B6980897743D}" srcOrd="4" destOrd="0" presId="urn:microsoft.com/office/officeart/2005/8/layout/target3"/>
    <dgm:cxn modelId="{9837E170-4E23-4466-85E7-547D1F7CEE99}" type="presParOf" srcId="{BEDFBF11-E25C-4F5B-A58B-342663E13C00}" destId="{D075228E-35B8-427F-9405-BC73C4A94F02}" srcOrd="5" destOrd="0" presId="urn:microsoft.com/office/officeart/2005/8/layout/target3"/>
    <dgm:cxn modelId="{AF69D197-811E-44B7-9FA5-7EF169EFB558}" type="presParOf" srcId="{BEDFBF11-E25C-4F5B-A58B-342663E13C00}" destId="{5A2A872A-D6FF-45BF-9ED0-EC27725C89A5}" srcOrd="6" destOrd="0" presId="urn:microsoft.com/office/officeart/2005/8/layout/target3"/>
    <dgm:cxn modelId="{16B6D8E7-2043-4BB6-83E2-15E3A7E00201}" type="presParOf" srcId="{BEDFBF11-E25C-4F5B-A58B-342663E13C00}" destId="{3424A919-BC44-4771-B5C0-540DA993E4B3}" srcOrd="7" destOrd="0" presId="urn:microsoft.com/office/officeart/2005/8/layout/target3"/>
    <dgm:cxn modelId="{53ABDF31-8794-4772-8207-7F72EE2641B1}" type="presParOf" srcId="{BEDFBF11-E25C-4F5B-A58B-342663E13C00}" destId="{7CED2C3E-E17E-431A-A84B-950CA7B73911}" srcOrd="8" destOrd="0" presId="urn:microsoft.com/office/officeart/2005/8/layout/target3"/>
    <dgm:cxn modelId="{450F4D51-F9D8-4427-A806-EFED6C1FB7E7}" type="presParOf" srcId="{BEDFBF11-E25C-4F5B-A58B-342663E13C00}" destId="{2741EED5-0077-48A1-86D4-ADED2BB24116}" srcOrd="9" destOrd="0" presId="urn:microsoft.com/office/officeart/2005/8/layout/target3"/>
    <dgm:cxn modelId="{28C19D88-6833-4C4B-A26D-E5742AA16810}" type="presParOf" srcId="{BEDFBF11-E25C-4F5B-A58B-342663E13C00}" destId="{75523640-773C-44F0-8D91-B4BEEFCD981E}" srcOrd="10" destOrd="0" presId="urn:microsoft.com/office/officeart/2005/8/layout/target3"/>
    <dgm:cxn modelId="{64094CEB-4205-4F25-906F-80EDA2F2F4D9}" type="presParOf" srcId="{BEDFBF11-E25C-4F5B-A58B-342663E13C00}" destId="{8F8BC44C-EB90-4A4B-A48E-7CDE8656572F}" srcOrd="11" destOrd="0" presId="urn:microsoft.com/office/officeart/2005/8/layout/target3"/>
    <dgm:cxn modelId="{8C95C321-F8D1-460A-82F0-72796584E8F9}" type="presParOf" srcId="{BEDFBF11-E25C-4F5B-A58B-342663E13C00}" destId="{126459B3-CEB5-4D50-BB24-A51DFE23AF8F}" srcOrd="12" destOrd="0" presId="urn:microsoft.com/office/officeart/2005/8/layout/target3"/>
    <dgm:cxn modelId="{A32E2F87-A70D-4D08-81D7-060CBE5678DC}" type="presParOf" srcId="{BEDFBF11-E25C-4F5B-A58B-342663E13C00}" destId="{49BA18C5-C4A0-497C-8200-6F3083C37B7F}" srcOrd="13" destOrd="0" presId="urn:microsoft.com/office/officeart/2005/8/layout/target3"/>
    <dgm:cxn modelId="{23D057B7-FF6F-4E84-9E09-22ABBE079D39}" type="presParOf" srcId="{BEDFBF11-E25C-4F5B-A58B-342663E13C00}" destId="{A735C2D0-9697-4C02-B085-2217AEDA8C1D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DAE5174-8CC8-4AC1-AB6A-3C0348FBE5B7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42C215-E5A0-49BB-8838-7B93B4317CC6}">
      <dgm:prSet phldrT="[Text]" phldr="0"/>
      <dgm:spPr>
        <a:solidFill>
          <a:srgbClr val="9CAFBF"/>
        </a:solidFill>
      </dgm:spPr>
      <dgm:t>
        <a:bodyPr/>
        <a:lstStyle/>
        <a:p>
          <a:r>
            <a:rPr lang="en-US" dirty="0"/>
            <a:t>1</a:t>
          </a:r>
        </a:p>
      </dgm:t>
    </dgm:pt>
    <dgm:pt modelId="{7FBAD7A0-689C-414D-9313-27E597C1E22F}" type="parTrans" cxnId="{10C54EBC-8F12-4304-9262-8E6383647AC8}">
      <dgm:prSet/>
      <dgm:spPr/>
      <dgm:t>
        <a:bodyPr/>
        <a:lstStyle/>
        <a:p>
          <a:endParaRPr lang="en-US"/>
        </a:p>
      </dgm:t>
    </dgm:pt>
    <dgm:pt modelId="{47B5B487-8967-4AD7-ABB1-776B60F12357}" type="sibTrans" cxnId="{10C54EBC-8F12-4304-9262-8E6383647AC8}">
      <dgm:prSet/>
      <dgm:spPr/>
      <dgm:t>
        <a:bodyPr/>
        <a:lstStyle/>
        <a:p>
          <a:endParaRPr lang="en-US"/>
        </a:p>
      </dgm:t>
    </dgm:pt>
    <dgm:pt modelId="{8E4E952C-70D6-4679-AFD9-1BCA43A64C07}">
      <dgm:prSet phldrT="[Text]" phldr="0" custT="1"/>
      <dgm:spPr>
        <a:ln w="38100">
          <a:solidFill>
            <a:srgbClr val="393939"/>
          </a:solidFill>
        </a:ln>
      </dgm:spPr>
      <dgm:t>
        <a:bodyPr/>
        <a:lstStyle/>
        <a:p>
          <a:r>
            <a:rPr lang="en-US" sz="1400" dirty="0">
              <a:latin typeface="Bell MT" panose="02020503060305020303" pitchFamily="18" charset="0"/>
            </a:rPr>
            <a:t>Alignment was fixed.</a:t>
          </a:r>
        </a:p>
      </dgm:t>
    </dgm:pt>
    <dgm:pt modelId="{6AB53D69-AA1F-4623-BFF8-620D79832697}" type="parTrans" cxnId="{F57FFF8B-DA90-45BF-B3EA-CE7FA3E60D73}">
      <dgm:prSet/>
      <dgm:spPr/>
      <dgm:t>
        <a:bodyPr/>
        <a:lstStyle/>
        <a:p>
          <a:endParaRPr lang="en-US"/>
        </a:p>
      </dgm:t>
    </dgm:pt>
    <dgm:pt modelId="{47C4ACE2-0A39-4A35-93DE-2BA716A8D2F2}" type="sibTrans" cxnId="{F57FFF8B-DA90-45BF-B3EA-CE7FA3E60D73}">
      <dgm:prSet/>
      <dgm:spPr/>
      <dgm:t>
        <a:bodyPr/>
        <a:lstStyle/>
        <a:p>
          <a:endParaRPr lang="en-US"/>
        </a:p>
      </dgm:t>
    </dgm:pt>
    <dgm:pt modelId="{D0D60E39-9EED-4F61-9765-D93A83CA13DC}">
      <dgm:prSet phldrT="[Text]" phldr="0" custT="1"/>
      <dgm:spPr>
        <a:ln w="38100">
          <a:solidFill>
            <a:srgbClr val="393939"/>
          </a:solidFill>
        </a:ln>
      </dgm:spPr>
      <dgm:t>
        <a:bodyPr/>
        <a:lstStyle/>
        <a:p>
          <a:r>
            <a:rPr lang="en-US" sz="1400" dirty="0">
              <a:latin typeface="Bell MT" panose="02020503060305020303" pitchFamily="18" charset="0"/>
            </a:rPr>
            <a:t>MFA is now clearer and understood by all.</a:t>
          </a:r>
        </a:p>
      </dgm:t>
    </dgm:pt>
    <dgm:pt modelId="{EB2F4BDA-3418-4287-ABA7-9378C864ACD3}" type="parTrans" cxnId="{0F945A2C-77D6-42D6-837F-F7B3446A6D62}">
      <dgm:prSet/>
      <dgm:spPr/>
      <dgm:t>
        <a:bodyPr/>
        <a:lstStyle/>
        <a:p>
          <a:endParaRPr lang="en-US"/>
        </a:p>
      </dgm:t>
    </dgm:pt>
    <dgm:pt modelId="{D13EF39B-B9B0-4F01-8E97-228BB7561918}" type="sibTrans" cxnId="{0F945A2C-77D6-42D6-837F-F7B3446A6D62}">
      <dgm:prSet/>
      <dgm:spPr/>
      <dgm:t>
        <a:bodyPr/>
        <a:lstStyle/>
        <a:p>
          <a:endParaRPr lang="en-US"/>
        </a:p>
      </dgm:t>
    </dgm:pt>
    <dgm:pt modelId="{3E984BB4-F35E-4443-AC8B-8D11BCE0B526}">
      <dgm:prSet phldrT="[Text]" phldr="0"/>
      <dgm:spPr>
        <a:solidFill>
          <a:srgbClr val="9CAFBF"/>
        </a:solidFill>
      </dgm:spPr>
      <dgm:t>
        <a:bodyPr/>
        <a:lstStyle/>
        <a:p>
          <a:r>
            <a:rPr lang="en-US" dirty="0"/>
            <a:t>2</a:t>
          </a:r>
        </a:p>
      </dgm:t>
    </dgm:pt>
    <dgm:pt modelId="{8B8D86CF-AD6E-49E6-B6BB-AD7C55093A91}" type="parTrans" cxnId="{FBB58EDC-BA20-4C85-87E9-A12C316CC448}">
      <dgm:prSet/>
      <dgm:spPr/>
      <dgm:t>
        <a:bodyPr/>
        <a:lstStyle/>
        <a:p>
          <a:endParaRPr lang="en-US"/>
        </a:p>
      </dgm:t>
    </dgm:pt>
    <dgm:pt modelId="{DA339845-5CA8-4147-9F72-4E73BBB3F7D2}" type="sibTrans" cxnId="{FBB58EDC-BA20-4C85-87E9-A12C316CC448}">
      <dgm:prSet/>
      <dgm:spPr/>
      <dgm:t>
        <a:bodyPr/>
        <a:lstStyle/>
        <a:p>
          <a:endParaRPr lang="en-US"/>
        </a:p>
      </dgm:t>
    </dgm:pt>
    <dgm:pt modelId="{20C0FAB1-CEBC-4865-BEE1-939CBF55219E}">
      <dgm:prSet phldrT="[Text]" phldr="0" custT="1"/>
      <dgm:spPr>
        <a:ln w="38100">
          <a:solidFill>
            <a:srgbClr val="393939"/>
          </a:solidFill>
        </a:ln>
      </dgm:spPr>
      <dgm:t>
        <a:bodyPr/>
        <a:lstStyle/>
        <a:p>
          <a:r>
            <a:rPr lang="en-US" sz="1400" dirty="0">
              <a:latin typeface="Bell MT" panose="02020503060305020303" pitchFamily="18" charset="0"/>
            </a:rPr>
            <a:t>Removed animations and smoothed out the transitions.</a:t>
          </a:r>
        </a:p>
      </dgm:t>
    </dgm:pt>
    <dgm:pt modelId="{6DD99104-0533-4AEB-9DCD-F9C094D27389}" type="parTrans" cxnId="{31677713-622A-4ADB-961C-0BF16B6D32D6}">
      <dgm:prSet/>
      <dgm:spPr/>
      <dgm:t>
        <a:bodyPr/>
        <a:lstStyle/>
        <a:p>
          <a:endParaRPr lang="en-US"/>
        </a:p>
      </dgm:t>
    </dgm:pt>
    <dgm:pt modelId="{B98F74F0-979B-43AB-AE5B-059367E1EDBA}" type="sibTrans" cxnId="{31677713-622A-4ADB-961C-0BF16B6D32D6}">
      <dgm:prSet/>
      <dgm:spPr/>
      <dgm:t>
        <a:bodyPr/>
        <a:lstStyle/>
        <a:p>
          <a:endParaRPr lang="en-US"/>
        </a:p>
      </dgm:t>
    </dgm:pt>
    <dgm:pt modelId="{F78AD895-F6D5-4D78-A452-F4276636EF8A}">
      <dgm:prSet phldrT="[Text]" phldr="0" custT="1"/>
      <dgm:spPr>
        <a:ln w="38100">
          <a:solidFill>
            <a:srgbClr val="393939"/>
          </a:solidFill>
        </a:ln>
      </dgm:spPr>
      <dgm:t>
        <a:bodyPr/>
        <a:lstStyle/>
        <a:p>
          <a:r>
            <a:rPr lang="en-US" sz="1400" dirty="0">
              <a:latin typeface="Bell MT" panose="02020503060305020303" pitchFamily="18" charset="0"/>
            </a:rPr>
            <a:t>Added more details and rephrased words in </a:t>
          </a:r>
          <a:r>
            <a:rPr lang="en-US" sz="1400" b="1" dirty="0">
              <a:latin typeface="Bell MT" panose="02020503060305020303" pitchFamily="18" charset="0"/>
            </a:rPr>
            <a:t>BOTH</a:t>
          </a:r>
          <a:r>
            <a:rPr lang="en-US" sz="1400" dirty="0">
              <a:latin typeface="Bell MT" panose="02020503060305020303" pitchFamily="18" charset="0"/>
            </a:rPr>
            <a:t> artifacts.</a:t>
          </a:r>
        </a:p>
      </dgm:t>
    </dgm:pt>
    <dgm:pt modelId="{E62D8F39-CBB1-4432-B6E4-6037C57413D6}" type="parTrans" cxnId="{C68E7344-F5C9-4EAA-AC0F-1AF83AE476B5}">
      <dgm:prSet/>
      <dgm:spPr/>
      <dgm:t>
        <a:bodyPr/>
        <a:lstStyle/>
        <a:p>
          <a:endParaRPr lang="en-US"/>
        </a:p>
      </dgm:t>
    </dgm:pt>
    <dgm:pt modelId="{8B7E37AD-24E8-4B0F-832B-390FF1F998DA}" type="sibTrans" cxnId="{C68E7344-F5C9-4EAA-AC0F-1AF83AE476B5}">
      <dgm:prSet/>
      <dgm:spPr/>
      <dgm:t>
        <a:bodyPr/>
        <a:lstStyle/>
        <a:p>
          <a:endParaRPr lang="en-US"/>
        </a:p>
      </dgm:t>
    </dgm:pt>
    <dgm:pt modelId="{2FC494D9-E08F-4719-B2B5-37887F50ACB4}" type="pres">
      <dgm:prSet presAssocID="{6DAE5174-8CC8-4AC1-AB6A-3C0348FBE5B7}" presName="theList" presStyleCnt="0">
        <dgm:presLayoutVars>
          <dgm:dir/>
          <dgm:animLvl val="lvl"/>
          <dgm:resizeHandles val="exact"/>
        </dgm:presLayoutVars>
      </dgm:prSet>
      <dgm:spPr/>
    </dgm:pt>
    <dgm:pt modelId="{1718F36F-E6D3-4860-AB63-080B0EC2716D}" type="pres">
      <dgm:prSet presAssocID="{6F42C215-E5A0-49BB-8838-7B93B4317CC6}" presName="compNode" presStyleCnt="0"/>
      <dgm:spPr/>
    </dgm:pt>
    <dgm:pt modelId="{33269AD9-1350-4F7D-AF95-8D91A93219B7}" type="pres">
      <dgm:prSet presAssocID="{6F42C215-E5A0-49BB-8838-7B93B4317CC6}" presName="aNode" presStyleLbl="bgShp" presStyleIdx="0" presStyleCnt="2"/>
      <dgm:spPr/>
    </dgm:pt>
    <dgm:pt modelId="{87EE7C9F-C47F-4394-828A-22B8C14559D1}" type="pres">
      <dgm:prSet presAssocID="{6F42C215-E5A0-49BB-8838-7B93B4317CC6}" presName="textNode" presStyleLbl="bgShp" presStyleIdx="0" presStyleCnt="2"/>
      <dgm:spPr/>
    </dgm:pt>
    <dgm:pt modelId="{6F128EE0-DCFB-4926-BD96-7C2EF16549EE}" type="pres">
      <dgm:prSet presAssocID="{6F42C215-E5A0-49BB-8838-7B93B4317CC6}" presName="compChildNode" presStyleCnt="0"/>
      <dgm:spPr/>
    </dgm:pt>
    <dgm:pt modelId="{19056C0E-D975-46D3-9F41-B13E2980FFE4}" type="pres">
      <dgm:prSet presAssocID="{6F42C215-E5A0-49BB-8838-7B93B4317CC6}" presName="theInnerList" presStyleCnt="0"/>
      <dgm:spPr/>
    </dgm:pt>
    <dgm:pt modelId="{C5E90548-92EF-47ED-AF5B-300904E5BD47}" type="pres">
      <dgm:prSet presAssocID="{8E4E952C-70D6-4679-AFD9-1BCA43A64C07}" presName="childNode" presStyleLbl="node1" presStyleIdx="0" presStyleCnt="4">
        <dgm:presLayoutVars>
          <dgm:bulletEnabled val="1"/>
        </dgm:presLayoutVars>
      </dgm:prSet>
      <dgm:spPr/>
    </dgm:pt>
    <dgm:pt modelId="{33D07609-A372-4D32-872D-739E78A88550}" type="pres">
      <dgm:prSet presAssocID="{8E4E952C-70D6-4679-AFD9-1BCA43A64C07}" presName="aSpace2" presStyleCnt="0"/>
      <dgm:spPr/>
    </dgm:pt>
    <dgm:pt modelId="{B6D78F4F-C033-4B18-9AED-6931B111DCBB}" type="pres">
      <dgm:prSet presAssocID="{D0D60E39-9EED-4F61-9765-D93A83CA13DC}" presName="childNode" presStyleLbl="node1" presStyleIdx="1" presStyleCnt="4">
        <dgm:presLayoutVars>
          <dgm:bulletEnabled val="1"/>
        </dgm:presLayoutVars>
      </dgm:prSet>
      <dgm:spPr/>
    </dgm:pt>
    <dgm:pt modelId="{95969A8E-A8A1-45CB-B754-AA0AB54B6057}" type="pres">
      <dgm:prSet presAssocID="{6F42C215-E5A0-49BB-8838-7B93B4317CC6}" presName="aSpace" presStyleCnt="0"/>
      <dgm:spPr/>
    </dgm:pt>
    <dgm:pt modelId="{47200728-A105-482D-B6E8-4D4CBE021105}" type="pres">
      <dgm:prSet presAssocID="{3E984BB4-F35E-4443-AC8B-8D11BCE0B526}" presName="compNode" presStyleCnt="0"/>
      <dgm:spPr/>
    </dgm:pt>
    <dgm:pt modelId="{6E7BFB46-1CA8-4753-AF48-B27E050F7A07}" type="pres">
      <dgm:prSet presAssocID="{3E984BB4-F35E-4443-AC8B-8D11BCE0B526}" presName="aNode" presStyleLbl="bgShp" presStyleIdx="1" presStyleCnt="2"/>
      <dgm:spPr/>
    </dgm:pt>
    <dgm:pt modelId="{33572C7D-EC13-4136-B954-1BE2FF3B665B}" type="pres">
      <dgm:prSet presAssocID="{3E984BB4-F35E-4443-AC8B-8D11BCE0B526}" presName="textNode" presStyleLbl="bgShp" presStyleIdx="1" presStyleCnt="2"/>
      <dgm:spPr/>
    </dgm:pt>
    <dgm:pt modelId="{759281D8-E6BA-4126-8920-BE50BB34096D}" type="pres">
      <dgm:prSet presAssocID="{3E984BB4-F35E-4443-AC8B-8D11BCE0B526}" presName="compChildNode" presStyleCnt="0"/>
      <dgm:spPr/>
    </dgm:pt>
    <dgm:pt modelId="{92C8CB1A-6279-4585-BB07-29B80E4DBA10}" type="pres">
      <dgm:prSet presAssocID="{3E984BB4-F35E-4443-AC8B-8D11BCE0B526}" presName="theInnerList" presStyleCnt="0"/>
      <dgm:spPr/>
    </dgm:pt>
    <dgm:pt modelId="{CEBABF18-4CC8-4233-9160-36048EB090D9}" type="pres">
      <dgm:prSet presAssocID="{20C0FAB1-CEBC-4865-BEE1-939CBF55219E}" presName="childNode" presStyleLbl="node1" presStyleIdx="2" presStyleCnt="4">
        <dgm:presLayoutVars>
          <dgm:bulletEnabled val="1"/>
        </dgm:presLayoutVars>
      </dgm:prSet>
      <dgm:spPr/>
    </dgm:pt>
    <dgm:pt modelId="{9DC98084-07F4-4D96-A32B-D453CCECA2BC}" type="pres">
      <dgm:prSet presAssocID="{20C0FAB1-CEBC-4865-BEE1-939CBF55219E}" presName="aSpace2" presStyleCnt="0"/>
      <dgm:spPr/>
    </dgm:pt>
    <dgm:pt modelId="{510149D1-E30B-4CA3-861A-63B6CA88139E}" type="pres">
      <dgm:prSet presAssocID="{F78AD895-F6D5-4D78-A452-F4276636EF8A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31677713-622A-4ADB-961C-0BF16B6D32D6}" srcId="{3E984BB4-F35E-4443-AC8B-8D11BCE0B526}" destId="{20C0FAB1-CEBC-4865-BEE1-939CBF55219E}" srcOrd="0" destOrd="0" parTransId="{6DD99104-0533-4AEB-9DCD-F9C094D27389}" sibTransId="{B98F74F0-979B-43AB-AE5B-059367E1EDBA}"/>
    <dgm:cxn modelId="{76916C27-3C22-46AE-ADC1-A31BDA1412AD}" type="presOf" srcId="{6F42C215-E5A0-49BB-8838-7B93B4317CC6}" destId="{33269AD9-1350-4F7D-AF95-8D91A93219B7}" srcOrd="0" destOrd="0" presId="urn:microsoft.com/office/officeart/2005/8/layout/lProcess2"/>
    <dgm:cxn modelId="{8F2F2928-340F-4360-BDF1-C5D4AF009A0B}" type="presOf" srcId="{D0D60E39-9EED-4F61-9765-D93A83CA13DC}" destId="{B6D78F4F-C033-4B18-9AED-6931B111DCBB}" srcOrd="0" destOrd="0" presId="urn:microsoft.com/office/officeart/2005/8/layout/lProcess2"/>
    <dgm:cxn modelId="{0F945A2C-77D6-42D6-837F-F7B3446A6D62}" srcId="{6F42C215-E5A0-49BB-8838-7B93B4317CC6}" destId="{D0D60E39-9EED-4F61-9765-D93A83CA13DC}" srcOrd="1" destOrd="0" parTransId="{EB2F4BDA-3418-4287-ABA7-9378C864ACD3}" sibTransId="{D13EF39B-B9B0-4F01-8E97-228BB7561918}"/>
    <dgm:cxn modelId="{09AEBE36-2CE2-4413-8B51-5B9C1D471C68}" type="presOf" srcId="{6DAE5174-8CC8-4AC1-AB6A-3C0348FBE5B7}" destId="{2FC494D9-E08F-4719-B2B5-37887F50ACB4}" srcOrd="0" destOrd="0" presId="urn:microsoft.com/office/officeart/2005/8/layout/lProcess2"/>
    <dgm:cxn modelId="{C68E7344-F5C9-4EAA-AC0F-1AF83AE476B5}" srcId="{3E984BB4-F35E-4443-AC8B-8D11BCE0B526}" destId="{F78AD895-F6D5-4D78-A452-F4276636EF8A}" srcOrd="1" destOrd="0" parTransId="{E62D8F39-CBB1-4432-B6E4-6037C57413D6}" sibTransId="{8B7E37AD-24E8-4B0F-832B-390FF1F998DA}"/>
    <dgm:cxn modelId="{5AEC2D50-1781-4C93-ACEA-3E07BCFB3A31}" type="presOf" srcId="{6F42C215-E5A0-49BB-8838-7B93B4317CC6}" destId="{87EE7C9F-C47F-4394-828A-22B8C14559D1}" srcOrd="1" destOrd="0" presId="urn:microsoft.com/office/officeart/2005/8/layout/lProcess2"/>
    <dgm:cxn modelId="{BEE6CC54-EB73-411A-920F-808DF4DA55EE}" type="presOf" srcId="{20C0FAB1-CEBC-4865-BEE1-939CBF55219E}" destId="{CEBABF18-4CC8-4233-9160-36048EB090D9}" srcOrd="0" destOrd="0" presId="urn:microsoft.com/office/officeart/2005/8/layout/lProcess2"/>
    <dgm:cxn modelId="{41EBEF56-5A68-4751-8074-6DE130081280}" type="presOf" srcId="{8E4E952C-70D6-4679-AFD9-1BCA43A64C07}" destId="{C5E90548-92EF-47ED-AF5B-300904E5BD47}" srcOrd="0" destOrd="0" presId="urn:microsoft.com/office/officeart/2005/8/layout/lProcess2"/>
    <dgm:cxn modelId="{F57FFF8B-DA90-45BF-B3EA-CE7FA3E60D73}" srcId="{6F42C215-E5A0-49BB-8838-7B93B4317CC6}" destId="{8E4E952C-70D6-4679-AFD9-1BCA43A64C07}" srcOrd="0" destOrd="0" parTransId="{6AB53D69-AA1F-4623-BFF8-620D79832697}" sibTransId="{47C4ACE2-0A39-4A35-93DE-2BA716A8D2F2}"/>
    <dgm:cxn modelId="{B64EAAA2-516E-44C5-9B79-B43FC7D9174D}" type="presOf" srcId="{3E984BB4-F35E-4443-AC8B-8D11BCE0B526}" destId="{6E7BFB46-1CA8-4753-AF48-B27E050F7A07}" srcOrd="0" destOrd="0" presId="urn:microsoft.com/office/officeart/2005/8/layout/lProcess2"/>
    <dgm:cxn modelId="{7D0011AE-FFA1-4501-993F-08E590622C88}" type="presOf" srcId="{F78AD895-F6D5-4D78-A452-F4276636EF8A}" destId="{510149D1-E30B-4CA3-861A-63B6CA88139E}" srcOrd="0" destOrd="0" presId="urn:microsoft.com/office/officeart/2005/8/layout/lProcess2"/>
    <dgm:cxn modelId="{10C54EBC-8F12-4304-9262-8E6383647AC8}" srcId="{6DAE5174-8CC8-4AC1-AB6A-3C0348FBE5B7}" destId="{6F42C215-E5A0-49BB-8838-7B93B4317CC6}" srcOrd="0" destOrd="0" parTransId="{7FBAD7A0-689C-414D-9313-27E597C1E22F}" sibTransId="{47B5B487-8967-4AD7-ABB1-776B60F12357}"/>
    <dgm:cxn modelId="{CF1090C1-569F-4ED5-85FE-DA1B40B1456A}" type="presOf" srcId="{3E984BB4-F35E-4443-AC8B-8D11BCE0B526}" destId="{33572C7D-EC13-4136-B954-1BE2FF3B665B}" srcOrd="1" destOrd="0" presId="urn:microsoft.com/office/officeart/2005/8/layout/lProcess2"/>
    <dgm:cxn modelId="{FBB58EDC-BA20-4C85-87E9-A12C316CC448}" srcId="{6DAE5174-8CC8-4AC1-AB6A-3C0348FBE5B7}" destId="{3E984BB4-F35E-4443-AC8B-8D11BCE0B526}" srcOrd="1" destOrd="0" parTransId="{8B8D86CF-AD6E-49E6-B6BB-AD7C55093A91}" sibTransId="{DA339845-5CA8-4147-9F72-4E73BBB3F7D2}"/>
    <dgm:cxn modelId="{F9E462BF-FEE4-46B4-BA7B-405299011974}" type="presParOf" srcId="{2FC494D9-E08F-4719-B2B5-37887F50ACB4}" destId="{1718F36F-E6D3-4860-AB63-080B0EC2716D}" srcOrd="0" destOrd="0" presId="urn:microsoft.com/office/officeart/2005/8/layout/lProcess2"/>
    <dgm:cxn modelId="{4E81361B-A380-4A9E-BC78-B7D8DB702AD5}" type="presParOf" srcId="{1718F36F-E6D3-4860-AB63-080B0EC2716D}" destId="{33269AD9-1350-4F7D-AF95-8D91A93219B7}" srcOrd="0" destOrd="0" presId="urn:microsoft.com/office/officeart/2005/8/layout/lProcess2"/>
    <dgm:cxn modelId="{EE777FDF-3A76-4306-9ADA-0AB5ED48E852}" type="presParOf" srcId="{1718F36F-E6D3-4860-AB63-080B0EC2716D}" destId="{87EE7C9F-C47F-4394-828A-22B8C14559D1}" srcOrd="1" destOrd="0" presId="urn:microsoft.com/office/officeart/2005/8/layout/lProcess2"/>
    <dgm:cxn modelId="{3E3FE376-3DEC-45BA-B23A-D8720457B6A5}" type="presParOf" srcId="{1718F36F-E6D3-4860-AB63-080B0EC2716D}" destId="{6F128EE0-DCFB-4926-BD96-7C2EF16549EE}" srcOrd="2" destOrd="0" presId="urn:microsoft.com/office/officeart/2005/8/layout/lProcess2"/>
    <dgm:cxn modelId="{8A29CC7E-4C5B-437B-BA55-47A3842D0A49}" type="presParOf" srcId="{6F128EE0-DCFB-4926-BD96-7C2EF16549EE}" destId="{19056C0E-D975-46D3-9F41-B13E2980FFE4}" srcOrd="0" destOrd="0" presId="urn:microsoft.com/office/officeart/2005/8/layout/lProcess2"/>
    <dgm:cxn modelId="{40A59152-60FA-47F3-A034-8A71BBBC0BE2}" type="presParOf" srcId="{19056C0E-D975-46D3-9F41-B13E2980FFE4}" destId="{C5E90548-92EF-47ED-AF5B-300904E5BD47}" srcOrd="0" destOrd="0" presId="urn:microsoft.com/office/officeart/2005/8/layout/lProcess2"/>
    <dgm:cxn modelId="{63EE017B-C496-408D-BDE8-4E1E22710463}" type="presParOf" srcId="{19056C0E-D975-46D3-9F41-B13E2980FFE4}" destId="{33D07609-A372-4D32-872D-739E78A88550}" srcOrd="1" destOrd="0" presId="urn:microsoft.com/office/officeart/2005/8/layout/lProcess2"/>
    <dgm:cxn modelId="{B492C836-418D-42C9-89F5-FFE309BAEEFF}" type="presParOf" srcId="{19056C0E-D975-46D3-9F41-B13E2980FFE4}" destId="{B6D78F4F-C033-4B18-9AED-6931B111DCBB}" srcOrd="2" destOrd="0" presId="urn:microsoft.com/office/officeart/2005/8/layout/lProcess2"/>
    <dgm:cxn modelId="{FEF655DC-0D41-4B76-A79F-F190A4D50F84}" type="presParOf" srcId="{2FC494D9-E08F-4719-B2B5-37887F50ACB4}" destId="{95969A8E-A8A1-45CB-B754-AA0AB54B6057}" srcOrd="1" destOrd="0" presId="urn:microsoft.com/office/officeart/2005/8/layout/lProcess2"/>
    <dgm:cxn modelId="{F3F35888-61F7-495F-B8D5-39997BDE09FE}" type="presParOf" srcId="{2FC494D9-E08F-4719-B2B5-37887F50ACB4}" destId="{47200728-A105-482D-B6E8-4D4CBE021105}" srcOrd="2" destOrd="0" presId="urn:microsoft.com/office/officeart/2005/8/layout/lProcess2"/>
    <dgm:cxn modelId="{D2492CFA-49A4-4BB8-BFC0-8A99715E1DD2}" type="presParOf" srcId="{47200728-A105-482D-B6E8-4D4CBE021105}" destId="{6E7BFB46-1CA8-4753-AF48-B27E050F7A07}" srcOrd="0" destOrd="0" presId="urn:microsoft.com/office/officeart/2005/8/layout/lProcess2"/>
    <dgm:cxn modelId="{9156AE23-0262-43A4-BDFA-91B9151C7271}" type="presParOf" srcId="{47200728-A105-482D-B6E8-4D4CBE021105}" destId="{33572C7D-EC13-4136-B954-1BE2FF3B665B}" srcOrd="1" destOrd="0" presId="urn:microsoft.com/office/officeart/2005/8/layout/lProcess2"/>
    <dgm:cxn modelId="{4B454937-DFEF-4269-8B75-E1395F4688BF}" type="presParOf" srcId="{47200728-A105-482D-B6E8-4D4CBE021105}" destId="{759281D8-E6BA-4126-8920-BE50BB34096D}" srcOrd="2" destOrd="0" presId="urn:microsoft.com/office/officeart/2005/8/layout/lProcess2"/>
    <dgm:cxn modelId="{24FAB931-D0E6-4E0E-9605-921133A3B6A4}" type="presParOf" srcId="{759281D8-E6BA-4126-8920-BE50BB34096D}" destId="{92C8CB1A-6279-4585-BB07-29B80E4DBA10}" srcOrd="0" destOrd="0" presId="urn:microsoft.com/office/officeart/2005/8/layout/lProcess2"/>
    <dgm:cxn modelId="{CF2FA3EE-6496-4E97-95F5-7D01ABB52DD8}" type="presParOf" srcId="{92C8CB1A-6279-4585-BB07-29B80E4DBA10}" destId="{CEBABF18-4CC8-4233-9160-36048EB090D9}" srcOrd="0" destOrd="0" presId="urn:microsoft.com/office/officeart/2005/8/layout/lProcess2"/>
    <dgm:cxn modelId="{EBFBADDC-63A8-44C7-A19F-83BBD270AA37}" type="presParOf" srcId="{92C8CB1A-6279-4585-BB07-29B80E4DBA10}" destId="{9DC98084-07F4-4D96-A32B-D453CCECA2BC}" srcOrd="1" destOrd="0" presId="urn:microsoft.com/office/officeart/2005/8/layout/lProcess2"/>
    <dgm:cxn modelId="{D138296F-09F0-41D4-A25F-57C1E3A85B8D}" type="presParOf" srcId="{92C8CB1A-6279-4585-BB07-29B80E4DBA10}" destId="{510149D1-E30B-4CA3-861A-63B6CA88139E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C929E0-E137-4ED4-B527-063CF6317F64}">
      <dsp:nvSpPr>
        <dsp:cNvPr id="0" name=""/>
        <dsp:cNvSpPr/>
      </dsp:nvSpPr>
      <dsp:spPr>
        <a:xfrm rot="16200000">
          <a:off x="-1330036" y="1330744"/>
          <a:ext cx="4501243" cy="1839754"/>
        </a:xfrm>
        <a:prstGeom prst="flowChartManualOperati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110004020202020204"/>
            </a:rPr>
            <a:t>Our Main Goal</a:t>
          </a:r>
          <a:endParaRPr lang="en-US" sz="24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Bell MT" panose="02020503060305020303" pitchFamily="18" charset="0"/>
            </a:rPr>
            <a:t>Focus on treating patients and securing their safety.</a:t>
          </a:r>
        </a:p>
      </dsp:txBody>
      <dsp:txXfrm rot="5400000">
        <a:off x="708" y="900249"/>
        <a:ext cx="1839754" cy="2700745"/>
      </dsp:txXfrm>
    </dsp:sp>
    <dsp:sp modelId="{C0B2E467-7B5F-4629-937F-28AD2A3741DF}">
      <dsp:nvSpPr>
        <dsp:cNvPr id="0" name=""/>
        <dsp:cNvSpPr/>
      </dsp:nvSpPr>
      <dsp:spPr>
        <a:xfrm rot="16200000">
          <a:off x="647699" y="1330744"/>
          <a:ext cx="4501243" cy="1839754"/>
        </a:xfrm>
        <a:prstGeom prst="flowChartManualOperation">
          <a:avLst/>
        </a:prstGeom>
        <a:solidFill>
          <a:srgbClr val="9CAFB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110004020202020204"/>
            </a:rPr>
            <a:t>Who We Treat</a:t>
          </a:r>
          <a:endParaRPr lang="en-US" sz="24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Bell MT" panose="02020503060305020303" pitchFamily="18" charset="0"/>
            </a:rPr>
            <a:t>Patients from Adolescents - Elderly are welcome.</a:t>
          </a:r>
        </a:p>
      </dsp:txBody>
      <dsp:txXfrm rot="5400000">
        <a:off x="1978443" y="900249"/>
        <a:ext cx="1839754" cy="2700745"/>
      </dsp:txXfrm>
    </dsp:sp>
    <dsp:sp modelId="{B8D3DECE-F3D1-4CDB-91DC-86107E79F758}">
      <dsp:nvSpPr>
        <dsp:cNvPr id="0" name=""/>
        <dsp:cNvSpPr/>
      </dsp:nvSpPr>
      <dsp:spPr>
        <a:xfrm rot="16200000">
          <a:off x="2625435" y="1330744"/>
          <a:ext cx="4501243" cy="1839754"/>
        </a:xfrm>
        <a:prstGeom prst="flowChartManualOperation">
          <a:avLst/>
        </a:prstGeom>
        <a:solidFill>
          <a:schemeClr val="tx1">
            <a:lumMod val="50000"/>
            <a:lumOff val="5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110004020202020204"/>
            </a:rPr>
            <a:t>Our Motto</a:t>
          </a:r>
          <a:endParaRPr lang="en-US" sz="24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1" kern="1200" dirty="0">
              <a:latin typeface="Bell MT" panose="02020503060305020303" pitchFamily="18" charset="0"/>
            </a:rPr>
            <a:t>"Protect the </a:t>
          </a:r>
          <a:r>
            <a:rPr lang="en-US" sz="2000" b="0" i="1" kern="1200" dirty="0">
              <a:solidFill>
                <a:srgbClr val="D40303"/>
              </a:solidFill>
              <a:latin typeface="Bell MT" panose="02020503060305020303" pitchFamily="18" charset="0"/>
            </a:rPr>
            <a:t>information</a:t>
          </a:r>
          <a:r>
            <a:rPr lang="en-US" sz="2000" b="0" i="1" kern="1200" dirty="0">
              <a:latin typeface="Bell MT" panose="02020503060305020303" pitchFamily="18" charset="0"/>
            </a:rPr>
            <a:t> Protect the </a:t>
          </a:r>
          <a:r>
            <a:rPr lang="en-US" sz="2000" b="0" i="1" kern="1200" dirty="0">
              <a:solidFill>
                <a:srgbClr val="D40303"/>
              </a:solidFill>
              <a:latin typeface="Bell MT" panose="02020503060305020303" pitchFamily="18" charset="0"/>
            </a:rPr>
            <a:t>mission</a:t>
          </a:r>
          <a:r>
            <a:rPr lang="en-US" sz="2000" b="0" i="1" kern="1200" dirty="0">
              <a:solidFill>
                <a:schemeClr val="bg1"/>
              </a:solidFill>
              <a:latin typeface="Bell MT" panose="02020503060305020303" pitchFamily="18" charset="0"/>
            </a:rPr>
            <a:t>."</a:t>
          </a:r>
        </a:p>
      </dsp:txBody>
      <dsp:txXfrm rot="5400000">
        <a:off x="3956179" y="900249"/>
        <a:ext cx="1839754" cy="27007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33426-8A36-465B-8B26-3CEC78C4CD70}">
      <dsp:nvSpPr>
        <dsp:cNvPr id="0" name=""/>
        <dsp:cNvSpPr/>
      </dsp:nvSpPr>
      <dsp:spPr>
        <a:xfrm>
          <a:off x="0" y="0"/>
          <a:ext cx="4827676" cy="1154887"/>
        </a:xfrm>
        <a:prstGeom prst="roundRect">
          <a:avLst>
            <a:gd name="adj" fmla="val 10000"/>
          </a:avLst>
        </a:prstGeom>
        <a:solidFill>
          <a:srgbClr val="9CAFBF"/>
        </a:solidFill>
        <a:ln w="38100" cap="flat" cmpd="sng" algn="ctr">
          <a:solidFill>
            <a:srgbClr val="39393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Bell MT" panose="02020503060305020303" pitchFamily="18" charset="0"/>
            </a:rPr>
            <a:t>Used DNS Tunneling to bypass network security,</a:t>
          </a:r>
        </a:p>
      </dsp:txBody>
      <dsp:txXfrm>
        <a:off x="33825" y="33825"/>
        <a:ext cx="3581463" cy="1087237"/>
      </dsp:txXfrm>
    </dsp:sp>
    <dsp:sp modelId="{CD8E19ED-CEC1-4CC5-B28A-80B02F022B11}">
      <dsp:nvSpPr>
        <dsp:cNvPr id="0" name=""/>
        <dsp:cNvSpPr/>
      </dsp:nvSpPr>
      <dsp:spPr>
        <a:xfrm>
          <a:off x="425971" y="1347368"/>
          <a:ext cx="4827676" cy="1154887"/>
        </a:xfrm>
        <a:prstGeom prst="roundRect">
          <a:avLst>
            <a:gd name="adj" fmla="val 10000"/>
          </a:avLst>
        </a:prstGeom>
        <a:solidFill>
          <a:srgbClr val="0A2A43"/>
        </a:solidFill>
        <a:ln w="38100" cap="flat" cmpd="sng" algn="ctr">
          <a:solidFill>
            <a:srgbClr val="39393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bg1"/>
              </a:solidFill>
              <a:latin typeface="Bell MT" panose="02020503060305020303" pitchFamily="18" charset="0"/>
            </a:rPr>
            <a:t>Preformed an XSS </a:t>
          </a:r>
          <a:r>
            <a:rPr lang="en-US" sz="1400" kern="1200" dirty="0">
              <a:solidFill>
                <a:srgbClr val="D40303"/>
              </a:solidFill>
              <a:latin typeface="Bell MT" panose="02020503060305020303" pitchFamily="18" charset="0"/>
            </a:rPr>
            <a:t>attack</a:t>
          </a:r>
          <a:r>
            <a:rPr lang="en-US" sz="1400" kern="1200" dirty="0">
              <a:solidFill>
                <a:schemeClr val="bg1"/>
              </a:solidFill>
              <a:latin typeface="Bell MT" panose="02020503060305020303" pitchFamily="18" charset="0"/>
            </a:rPr>
            <a:t> (malicious script/code into a website) to change the content and log into an employee account,</a:t>
          </a:r>
        </a:p>
      </dsp:txBody>
      <dsp:txXfrm>
        <a:off x="459796" y="1381193"/>
        <a:ext cx="3583377" cy="1087237"/>
      </dsp:txXfrm>
    </dsp:sp>
    <dsp:sp modelId="{0E567D7E-6FA5-4DAC-AA59-3DAB25BE81B8}">
      <dsp:nvSpPr>
        <dsp:cNvPr id="0" name=""/>
        <dsp:cNvSpPr/>
      </dsp:nvSpPr>
      <dsp:spPr>
        <a:xfrm>
          <a:off x="851942" y="2694737"/>
          <a:ext cx="4827676" cy="1154887"/>
        </a:xfrm>
        <a:prstGeom prst="roundRect">
          <a:avLst>
            <a:gd name="adj" fmla="val 10000"/>
          </a:avLst>
        </a:prstGeom>
        <a:solidFill>
          <a:srgbClr val="9CAFBF"/>
        </a:solidFill>
        <a:ln w="38100" cap="flat" cmpd="sng" algn="ctr">
          <a:solidFill>
            <a:srgbClr val="39393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latin typeface="Bell MT" panose="02020503060305020303" pitchFamily="18" charset="0"/>
            </a:rPr>
            <a:t>Allowing the person to reach their main goal</a:t>
          </a:r>
          <a:r>
            <a:rPr lang="en-US" sz="1400" kern="1200">
              <a:solidFill>
                <a:schemeClr val="tx1"/>
              </a:solidFill>
              <a:latin typeface="Bell MT" panose="02020503060305020303" pitchFamily="18" charset="0"/>
            </a:rPr>
            <a:t>: rerouting medications </a:t>
          </a:r>
          <a:r>
            <a:rPr lang="en-US" sz="1400" kern="1200" dirty="0">
              <a:solidFill>
                <a:schemeClr val="tx1"/>
              </a:solidFill>
              <a:latin typeface="Bell MT" panose="02020503060305020303" pitchFamily="18" charset="0"/>
            </a:rPr>
            <a:t>to an unknown location.</a:t>
          </a:r>
        </a:p>
      </dsp:txBody>
      <dsp:txXfrm>
        <a:off x="885767" y="2728562"/>
        <a:ext cx="3583377" cy="1087237"/>
      </dsp:txXfrm>
    </dsp:sp>
    <dsp:sp modelId="{DBC86FA0-3C23-4279-9961-8C29D32A5575}">
      <dsp:nvSpPr>
        <dsp:cNvPr id="0" name=""/>
        <dsp:cNvSpPr/>
      </dsp:nvSpPr>
      <dsp:spPr>
        <a:xfrm>
          <a:off x="4076999" y="875789"/>
          <a:ext cx="750676" cy="75067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4245901" y="875789"/>
        <a:ext cx="412872" cy="564884"/>
      </dsp:txXfrm>
    </dsp:sp>
    <dsp:sp modelId="{8D965EC7-1F06-4988-9293-A24089F6D396}">
      <dsp:nvSpPr>
        <dsp:cNvPr id="0" name=""/>
        <dsp:cNvSpPr/>
      </dsp:nvSpPr>
      <dsp:spPr>
        <a:xfrm>
          <a:off x="4502970" y="2215459"/>
          <a:ext cx="750676" cy="75067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4671872" y="2215459"/>
        <a:ext cx="412872" cy="5648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90832-9F2B-4220-A8B2-6E164C41FF5E}">
      <dsp:nvSpPr>
        <dsp:cNvPr id="0" name=""/>
        <dsp:cNvSpPr/>
      </dsp:nvSpPr>
      <dsp:spPr>
        <a:xfrm>
          <a:off x="757" y="264210"/>
          <a:ext cx="2955838" cy="1773503"/>
        </a:xfrm>
        <a:prstGeom prst="rect">
          <a:avLst/>
        </a:prstGeom>
        <a:solidFill>
          <a:srgbClr val="0A2A43"/>
        </a:solidFill>
        <a:ln w="19050" cap="flat" cmpd="sng" algn="ctr">
          <a:solidFill>
            <a:srgbClr val="0A2A4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Bell MT" panose="02020503060305020303" pitchFamily="18" charset="0"/>
            </a:rPr>
            <a:t>Workers &amp; Patients lost trust and appointments were temporarily paused.</a:t>
          </a:r>
        </a:p>
      </dsp:txBody>
      <dsp:txXfrm>
        <a:off x="757" y="264210"/>
        <a:ext cx="2955838" cy="1773503"/>
      </dsp:txXfrm>
    </dsp:sp>
    <dsp:sp modelId="{3D0AFFF2-F558-478C-AB9A-AD6AC5988F0A}">
      <dsp:nvSpPr>
        <dsp:cNvPr id="0" name=""/>
        <dsp:cNvSpPr/>
      </dsp:nvSpPr>
      <dsp:spPr>
        <a:xfrm>
          <a:off x="3252180" y="264210"/>
          <a:ext cx="2955838" cy="1773503"/>
        </a:xfrm>
        <a:prstGeom prst="rect">
          <a:avLst/>
        </a:prstGeom>
        <a:solidFill>
          <a:srgbClr val="9CAFBF"/>
        </a:solidFill>
        <a:ln w="38100" cap="flat" cmpd="sng" algn="ctr">
          <a:solidFill>
            <a:srgbClr val="0A2A4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Bell MT" panose="02020503060305020303" pitchFamily="18" charset="0"/>
            </a:rPr>
            <a:t>Approximately $980,000 in losses per day.</a:t>
          </a:r>
        </a:p>
      </dsp:txBody>
      <dsp:txXfrm>
        <a:off x="3252180" y="264210"/>
        <a:ext cx="2955838" cy="1773503"/>
      </dsp:txXfrm>
    </dsp:sp>
    <dsp:sp modelId="{20B0DEA3-961D-4656-87E3-9F276E48F7DF}">
      <dsp:nvSpPr>
        <dsp:cNvPr id="0" name=""/>
        <dsp:cNvSpPr/>
      </dsp:nvSpPr>
      <dsp:spPr>
        <a:xfrm>
          <a:off x="1597235" y="2343034"/>
          <a:ext cx="2955838" cy="1773503"/>
        </a:xfrm>
        <a:prstGeom prst="rect">
          <a:avLst/>
        </a:prstGeom>
        <a:solidFill>
          <a:srgbClr val="393939"/>
        </a:solidFill>
        <a:ln w="38100" cap="flat" cmpd="sng" algn="ctr">
          <a:solidFill>
            <a:srgbClr val="0A2A4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ell MT" panose="02020503060305020303" pitchFamily="18" charset="0"/>
            </a:rPr>
            <a:t>HIPPA, DEA, and Law Enforcement were </a:t>
          </a:r>
          <a:r>
            <a:rPr lang="en-US" sz="1800" kern="1200" dirty="0">
              <a:solidFill>
                <a:srgbClr val="D40303"/>
              </a:solidFill>
              <a:latin typeface="Bell MT" panose="02020503060305020303" pitchFamily="18" charset="0"/>
            </a:rPr>
            <a:t>alerted</a:t>
          </a:r>
          <a:r>
            <a:rPr lang="en-US" sz="1800" kern="1200" dirty="0">
              <a:latin typeface="Bell MT" panose="02020503060305020303" pitchFamily="18" charset="0"/>
            </a:rPr>
            <a:t>.</a:t>
          </a:r>
        </a:p>
      </dsp:txBody>
      <dsp:txXfrm>
        <a:off x="1597235" y="2343034"/>
        <a:ext cx="2955838" cy="17735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92C780-B976-4196-ACED-20C99E8E30E9}">
      <dsp:nvSpPr>
        <dsp:cNvPr id="0" name=""/>
        <dsp:cNvSpPr/>
      </dsp:nvSpPr>
      <dsp:spPr>
        <a:xfrm>
          <a:off x="-109111" y="197196"/>
          <a:ext cx="3718667" cy="3718667"/>
        </a:xfrm>
        <a:prstGeom prst="pie">
          <a:avLst>
            <a:gd name="adj1" fmla="val 5400000"/>
            <a:gd name="adj2" fmla="val 16200000"/>
          </a:avLst>
        </a:prstGeom>
        <a:solidFill>
          <a:srgbClr val="0A2A4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AB7E8-71B2-4163-ABA9-601EE296AB5F}">
      <dsp:nvSpPr>
        <dsp:cNvPr id="0" name=""/>
        <dsp:cNvSpPr/>
      </dsp:nvSpPr>
      <dsp:spPr>
        <a:xfrm>
          <a:off x="1768530" y="211513"/>
          <a:ext cx="4338445" cy="3718667"/>
        </a:xfrm>
        <a:prstGeom prst="rect">
          <a:avLst/>
        </a:prstGeom>
        <a:solidFill>
          <a:srgbClr val="9CAFBF">
            <a:alpha val="90000"/>
          </a:srgbClr>
        </a:solidFill>
        <a:ln w="19050" cap="flat" cmpd="sng" algn="ctr">
          <a:solidFill>
            <a:srgbClr val="9CAFB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AngsanaUPC" panose="02020603050405020304" pitchFamily="18" charset="-34"/>
              <a:cs typeface="AngsanaUPC" panose="02020603050405020304" pitchFamily="18" charset="-34"/>
            </a:rPr>
            <a:t>Required Meetings</a:t>
          </a:r>
        </a:p>
      </dsp:txBody>
      <dsp:txXfrm>
        <a:off x="1768530" y="211513"/>
        <a:ext cx="2169222" cy="1115602"/>
      </dsp:txXfrm>
    </dsp:sp>
    <dsp:sp modelId="{5CF1FC1D-52F3-4988-B709-B6980897743D}">
      <dsp:nvSpPr>
        <dsp:cNvPr id="0" name=""/>
        <dsp:cNvSpPr/>
      </dsp:nvSpPr>
      <dsp:spPr>
        <a:xfrm>
          <a:off x="541656" y="1312799"/>
          <a:ext cx="2417131" cy="241713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75228E-35B8-427F-9405-BC73C4A94F02}">
      <dsp:nvSpPr>
        <dsp:cNvPr id="0" name=""/>
        <dsp:cNvSpPr/>
      </dsp:nvSpPr>
      <dsp:spPr>
        <a:xfrm>
          <a:off x="1740113" y="1291431"/>
          <a:ext cx="4338445" cy="2545481"/>
        </a:xfrm>
        <a:prstGeom prst="rect">
          <a:avLst/>
        </a:prstGeom>
        <a:solidFill>
          <a:schemeClr val="tx1">
            <a:lumMod val="65000"/>
            <a:lumOff val="35000"/>
            <a:alpha val="90000"/>
          </a:schemeClr>
        </a:solidFill>
        <a:ln w="19050" cap="flat" cmpd="sng" algn="ctr">
          <a:solidFill>
            <a:srgbClr val="9CAFB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AngsanaUPC" panose="02020603050405020304" pitchFamily="18" charset="-34"/>
              <a:cs typeface="AngsanaUPC" panose="02020603050405020304" pitchFamily="18" charset="-34"/>
            </a:rPr>
            <a:t>MFA</a:t>
          </a:r>
        </a:p>
      </dsp:txBody>
      <dsp:txXfrm>
        <a:off x="1740113" y="1291431"/>
        <a:ext cx="2169222" cy="1174837"/>
      </dsp:txXfrm>
    </dsp:sp>
    <dsp:sp modelId="{3424A919-BC44-4771-B5C0-540DA993E4B3}">
      <dsp:nvSpPr>
        <dsp:cNvPr id="0" name=""/>
        <dsp:cNvSpPr/>
      </dsp:nvSpPr>
      <dsp:spPr>
        <a:xfrm>
          <a:off x="1192422" y="2428398"/>
          <a:ext cx="1115599" cy="1115599"/>
        </a:xfrm>
        <a:prstGeom prst="pie">
          <a:avLst>
            <a:gd name="adj1" fmla="val 5400000"/>
            <a:gd name="adj2" fmla="val 16200000"/>
          </a:avLst>
        </a:prstGeom>
        <a:solidFill>
          <a:srgbClr val="39393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D2C3E-E17E-431A-A84B-950CA7B73911}">
      <dsp:nvSpPr>
        <dsp:cNvPr id="0" name=""/>
        <dsp:cNvSpPr/>
      </dsp:nvSpPr>
      <dsp:spPr>
        <a:xfrm>
          <a:off x="1784755" y="2564183"/>
          <a:ext cx="4338445" cy="1417045"/>
        </a:xfrm>
        <a:prstGeom prst="rect">
          <a:avLst/>
        </a:prstGeom>
        <a:solidFill>
          <a:srgbClr val="9CAFBF">
            <a:alpha val="90000"/>
          </a:srgbClr>
        </a:solidFill>
        <a:ln w="19050" cap="flat" cmpd="sng" algn="ctr">
          <a:solidFill>
            <a:srgbClr val="0A2A4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latin typeface="AngsanaUPC" panose="02020603050405020304" pitchFamily="18" charset="-34"/>
              <a:cs typeface="AngsanaUPC" panose="02020603050405020304" pitchFamily="18" charset="-34"/>
            </a:rPr>
            <a:t>MFA</a:t>
          </a:r>
        </a:p>
      </dsp:txBody>
      <dsp:txXfrm>
        <a:off x="1784755" y="2564183"/>
        <a:ext cx="2169222" cy="1417045"/>
      </dsp:txXfrm>
    </dsp:sp>
    <dsp:sp modelId="{75523640-773C-44F0-8D91-B4BEEFCD981E}">
      <dsp:nvSpPr>
        <dsp:cNvPr id="0" name=""/>
        <dsp:cNvSpPr/>
      </dsp:nvSpPr>
      <dsp:spPr>
        <a:xfrm>
          <a:off x="3724919" y="197196"/>
          <a:ext cx="2558272" cy="111560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Bell MT" panose="02020503060305020303" pitchFamily="18" charset="0"/>
            </a:rPr>
            <a:t>Required meetings and trainings about internet/computer safety</a:t>
          </a:r>
        </a:p>
      </dsp:txBody>
      <dsp:txXfrm>
        <a:off x="3724919" y="197196"/>
        <a:ext cx="2558272" cy="1115602"/>
      </dsp:txXfrm>
    </dsp:sp>
    <dsp:sp modelId="{126459B3-CEB5-4D50-BB24-A51DFE23AF8F}">
      <dsp:nvSpPr>
        <dsp:cNvPr id="0" name=""/>
        <dsp:cNvSpPr/>
      </dsp:nvSpPr>
      <dsp:spPr>
        <a:xfrm>
          <a:off x="3661513" y="1375853"/>
          <a:ext cx="2370418" cy="11155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bg1"/>
              </a:solidFill>
              <a:latin typeface="Bell MT" panose="02020503060305020303" pitchFamily="18" charset="0"/>
            </a:rPr>
            <a:t>MFA is a security process that requires two+ forms of verification and has been enabled (Password – key card ID.)</a:t>
          </a:r>
        </a:p>
      </dsp:txBody>
      <dsp:txXfrm>
        <a:off x="3661513" y="1375853"/>
        <a:ext cx="2370418" cy="1115598"/>
      </dsp:txXfrm>
    </dsp:sp>
    <dsp:sp modelId="{A735C2D0-9697-4C02-B085-2217AEDA8C1D}">
      <dsp:nvSpPr>
        <dsp:cNvPr id="0" name=""/>
        <dsp:cNvSpPr/>
      </dsp:nvSpPr>
      <dsp:spPr>
        <a:xfrm>
          <a:off x="3691133" y="2684807"/>
          <a:ext cx="2605670" cy="111559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Bell MT" panose="02020503060305020303" pitchFamily="18" charset="0"/>
            </a:rPr>
            <a:t>Logs have been enabled for the system ex: entering/leaving the system.</a:t>
          </a:r>
        </a:p>
      </dsp:txBody>
      <dsp:txXfrm>
        <a:off x="3691133" y="2684807"/>
        <a:ext cx="2605670" cy="11155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269AD9-1350-4F7D-AF95-8D91A93219B7}">
      <dsp:nvSpPr>
        <dsp:cNvPr id="0" name=""/>
        <dsp:cNvSpPr/>
      </dsp:nvSpPr>
      <dsp:spPr>
        <a:xfrm>
          <a:off x="2877" y="0"/>
          <a:ext cx="2768091" cy="3952918"/>
        </a:xfrm>
        <a:prstGeom prst="roundRect">
          <a:avLst>
            <a:gd name="adj" fmla="val 10000"/>
          </a:avLst>
        </a:prstGeom>
        <a:solidFill>
          <a:srgbClr val="9CAFB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1</a:t>
          </a:r>
        </a:p>
      </dsp:txBody>
      <dsp:txXfrm>
        <a:off x="2877" y="0"/>
        <a:ext cx="2768091" cy="1185875"/>
      </dsp:txXfrm>
    </dsp:sp>
    <dsp:sp modelId="{C5E90548-92EF-47ED-AF5B-300904E5BD47}">
      <dsp:nvSpPr>
        <dsp:cNvPr id="0" name=""/>
        <dsp:cNvSpPr/>
      </dsp:nvSpPr>
      <dsp:spPr>
        <a:xfrm>
          <a:off x="279686" y="1187033"/>
          <a:ext cx="2214472" cy="11918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9393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ell MT" panose="02020503060305020303" pitchFamily="18" charset="0"/>
            </a:rPr>
            <a:t>Alignment was fixed.</a:t>
          </a:r>
        </a:p>
      </dsp:txBody>
      <dsp:txXfrm>
        <a:off x="314594" y="1221941"/>
        <a:ext cx="2144656" cy="1122042"/>
      </dsp:txXfrm>
    </dsp:sp>
    <dsp:sp modelId="{B6D78F4F-C033-4B18-9AED-6931B111DCBB}">
      <dsp:nvSpPr>
        <dsp:cNvPr id="0" name=""/>
        <dsp:cNvSpPr/>
      </dsp:nvSpPr>
      <dsp:spPr>
        <a:xfrm>
          <a:off x="279686" y="2562255"/>
          <a:ext cx="2214472" cy="11918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9393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ell MT" panose="02020503060305020303" pitchFamily="18" charset="0"/>
            </a:rPr>
            <a:t>MFA is now clearer and understood by all.</a:t>
          </a:r>
        </a:p>
      </dsp:txBody>
      <dsp:txXfrm>
        <a:off x="314594" y="2597163"/>
        <a:ext cx="2144656" cy="1122042"/>
      </dsp:txXfrm>
    </dsp:sp>
    <dsp:sp modelId="{6E7BFB46-1CA8-4753-AF48-B27E050F7A07}">
      <dsp:nvSpPr>
        <dsp:cNvPr id="0" name=""/>
        <dsp:cNvSpPr/>
      </dsp:nvSpPr>
      <dsp:spPr>
        <a:xfrm>
          <a:off x="2978575" y="0"/>
          <a:ext cx="2768091" cy="3952918"/>
        </a:xfrm>
        <a:prstGeom prst="roundRect">
          <a:avLst>
            <a:gd name="adj" fmla="val 10000"/>
          </a:avLst>
        </a:prstGeom>
        <a:solidFill>
          <a:srgbClr val="9CAFB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/>
            <a:t>2</a:t>
          </a:r>
        </a:p>
      </dsp:txBody>
      <dsp:txXfrm>
        <a:off x="2978575" y="0"/>
        <a:ext cx="2768091" cy="1185875"/>
      </dsp:txXfrm>
    </dsp:sp>
    <dsp:sp modelId="{CEBABF18-4CC8-4233-9160-36048EB090D9}">
      <dsp:nvSpPr>
        <dsp:cNvPr id="0" name=""/>
        <dsp:cNvSpPr/>
      </dsp:nvSpPr>
      <dsp:spPr>
        <a:xfrm>
          <a:off x="3255384" y="1187033"/>
          <a:ext cx="2214472" cy="11918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9393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ell MT" panose="02020503060305020303" pitchFamily="18" charset="0"/>
            </a:rPr>
            <a:t>Removed animations and smoothed out the transitions.</a:t>
          </a:r>
        </a:p>
      </dsp:txBody>
      <dsp:txXfrm>
        <a:off x="3290292" y="1221941"/>
        <a:ext cx="2144656" cy="1122042"/>
      </dsp:txXfrm>
    </dsp:sp>
    <dsp:sp modelId="{510149D1-E30B-4CA3-861A-63B6CA88139E}">
      <dsp:nvSpPr>
        <dsp:cNvPr id="0" name=""/>
        <dsp:cNvSpPr/>
      </dsp:nvSpPr>
      <dsp:spPr>
        <a:xfrm>
          <a:off x="3255384" y="2562255"/>
          <a:ext cx="2214472" cy="11918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93939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Bell MT" panose="02020503060305020303" pitchFamily="18" charset="0"/>
            </a:rPr>
            <a:t>Added more details and rephrased words in </a:t>
          </a:r>
          <a:r>
            <a:rPr lang="en-US" sz="1400" b="1" kern="1200" dirty="0">
              <a:latin typeface="Bell MT" panose="02020503060305020303" pitchFamily="18" charset="0"/>
            </a:rPr>
            <a:t>BOTH</a:t>
          </a:r>
          <a:r>
            <a:rPr lang="en-US" sz="1400" kern="1200" dirty="0">
              <a:latin typeface="Bell MT" panose="02020503060305020303" pitchFamily="18" charset="0"/>
            </a:rPr>
            <a:t> artifacts.</a:t>
          </a:r>
        </a:p>
      </dsp:txBody>
      <dsp:txXfrm>
        <a:off x="3290292" y="2597163"/>
        <a:ext cx="2144656" cy="1122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10051-B602-45EA-9126-0D02EF13A8BD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91AB3-9F6D-4877-BD33-C16E7DB39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99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91AB3-9F6D-4877-BD33-C16E7DB393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91AB3-9F6D-4877-BD33-C16E7DB393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4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91AB3-9F6D-4877-BD33-C16E7DB393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4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91AB3-9F6D-4877-BD33-C16E7DB393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09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6F7F-DE45-A1C0-B5C2-3B13EB0AF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02860E-8C12-CC12-955D-69320A903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A5B95-525A-3EA7-F1C0-E49E33BEF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3234C-77E7-3DE4-88F5-6683F6CD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70B3E-84EE-1999-A04F-FB3D6FB2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71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62070-AE09-F98F-ACFD-56FCCC9C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BD66-1FF1-8F2E-402D-973D6D43D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1AAA0-5BDD-4189-7F5C-BBCB848B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DB18C-9436-E1B2-E93D-3F1D3C750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86BC7-12F2-A612-9ABF-A7A57907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7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71D25-0A86-FE10-4F32-A61DCAB12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8F380-4CFC-9495-335A-9B78A5EA9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D21F5-C9C0-1880-BE9C-700888DE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6F9A1-1B74-7CB6-F0E4-2414D3D2B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0DBFD-3A39-67CC-D75B-1A1D2412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1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67E33-C861-2315-473C-C91BAD7D7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1BB55-2C84-CA3A-84F8-F9EDF81AA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75C2A-2908-1F4F-B85A-94D3CD7E6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FBE82-B0ED-C788-E95C-322BE149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059FF-0DA1-FC3B-25D4-335E0B7B9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6DB4A-BAA7-AC5D-6A84-2044C5CF2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3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226E-65E4-E2F8-1B74-4CC21D36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2CD60-65C2-F38B-9162-FF7A4CD2A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A6C1A-B12C-0A61-D8F4-911405309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34175-0B39-103E-F1A6-C9404A760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ABE3D-B616-F32C-94CE-47D414FA6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52D78D-3928-4C64-9B9E-6F9DD2C7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8FED5-877C-861F-50C1-B913E4BF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603F02-325D-8B29-1FA9-6E45F9E8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8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0876-F4B7-E6D8-75D9-90EF4BCA2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ECEA15-C12E-017C-59FD-6A09F84EA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C9775-147D-2F0A-F030-273E90CB8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2BBC31-6E0A-F82A-B1A2-0DCBCC70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08279-E39C-F3E8-A1A3-E30B2017A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48A7E-FF6E-75E2-2453-50A5B9AD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C414C-35E2-C07C-6D07-CAC21A83D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C8A1E-3B0C-6A60-5194-66E2102F8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87F30-DA56-1F56-B428-ABB8829BF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0F514-31A2-5DFD-276A-798E278C7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07303-696E-DA88-F1FB-35D477CF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B785F-D5D4-116E-92C5-DC5019A8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3EA6-BB37-AAD4-3A56-B1E96DB3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3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AC29B-76DC-92D9-D2A1-E4F1F09F9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385FA-58FA-9F9B-2C3E-4FD7D1F17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2555A-B928-A7A2-EE14-18B7D32C9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FD31E-30E8-D5B7-0B76-3066EF7B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0A9E5-5D22-0FFE-398F-DA863139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AC72D-AEF8-1445-A919-A95E8841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3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55D7-D7A9-46E3-EF3F-97470A9A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EDE5E-E406-E538-67DA-CF13B3AD0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51611-5193-0F86-9826-7011FBA6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D4010-69A9-A717-F6B9-701ED5D0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F8135-7A3B-8181-ACA2-5F85715C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5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0FC2C4-8943-D414-4A8E-E641E6AA1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D2A12-3A9B-01E0-0BD2-D60E474B7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6D9DF-D5AC-BD90-2F8D-54B1268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694D1-4045-82D7-3D03-E23D3412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D7919-41AC-78D6-6E6B-5D288A59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4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6191E9-5D75-2233-D5BB-B1B3C96F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A8AB0-7270-02F4-EACC-3FAB7B0E7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1A151-64C9-5914-8BFF-8E91FD972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0CC69-6223-465C-A9ED-353F543C7DF2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A4E2A-35FE-C4E3-5E2C-B2713D051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1B51E-5DCC-F3FE-9FE2-15B433564A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6906C-5E42-4D6C-83D7-5A38975DA3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5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9000">
              <a:srgbClr val="0A2A43"/>
            </a:gs>
            <a:gs pos="5000">
              <a:srgbClr val="0D0D0D"/>
            </a:gs>
            <a:gs pos="29000">
              <a:srgbClr val="393939"/>
            </a:gs>
            <a:gs pos="38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11D2-D26A-DCC6-9BC6-72B66B319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289" y="2235200"/>
            <a:ext cx="5320145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n w="38100">
                  <a:solidFill>
                    <a:srgbClr val="0A2A43"/>
                  </a:solidFill>
                </a:ln>
                <a:solidFill>
                  <a:srgbClr val="F5F9FB"/>
                </a:solidFill>
                <a:effectLst>
                  <a:glow rad="63500">
                    <a:srgbClr val="0A2A43">
                      <a:alpha val="40000"/>
                    </a:srgbClr>
                  </a:glow>
                </a:effectLst>
                <a:latin typeface="Bauhaus 93" panose="04030905020B02020C02" pitchFamily="82" charset="0"/>
                <a:cs typeface="Aldhabi" panose="01000000000000000000" pitchFamily="2" charset="-78"/>
              </a:rPr>
              <a:t>Internship Final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AF6A4-3C32-A348-5864-2DB88B30F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997" y="69645"/>
            <a:ext cx="2977156" cy="281780"/>
          </a:xfrm>
        </p:spPr>
        <p:txBody>
          <a:bodyPr>
            <a:noAutofit/>
          </a:bodyPr>
          <a:lstStyle/>
          <a:p>
            <a:r>
              <a:rPr lang="en-US" sz="2000" b="1" i="1" spc="5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guet Script" panose="00000500000000000000" pitchFamily="2" charset="0"/>
              </a:rPr>
              <a:t>By Aleyna Torres</a:t>
            </a:r>
          </a:p>
        </p:txBody>
      </p:sp>
      <p:sp>
        <p:nvSpPr>
          <p:cNvPr id="5" name="Arrow: 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C5845E-A1BB-A059-C0A4-7B2BE5DF3E1E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599035-AB50-8F19-B4BF-D2C5C7F40FB5}"/>
              </a:ext>
            </a:extLst>
          </p:cNvPr>
          <p:cNvCxnSpPr>
            <a:cxnSpLocks/>
          </p:cNvCxnSpPr>
          <p:nvPr/>
        </p:nvCxnSpPr>
        <p:spPr>
          <a:xfrm>
            <a:off x="1034471" y="4530436"/>
            <a:ext cx="4156365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F3AB3BD2-3B4B-BC22-577C-F1BD03B57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8017A95F-73F7-6850-4E66-51306180C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65D6C1F-F460-CDB3-7C06-D09494E24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80" y="11917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1FA943BF-AA13-114C-AA88-BB15A6060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6680B6-95FA-4255-DB5D-3C2472D1C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15" y="-59455"/>
            <a:ext cx="853024" cy="83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6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37ECE6-3AF9-4B12-3B92-7AB88CDC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04" y="2214189"/>
            <a:ext cx="4554249" cy="644236"/>
          </a:xfrm>
        </p:spPr>
        <p:txBody>
          <a:bodyPr>
            <a:noAutofit/>
          </a:bodyPr>
          <a:lstStyle/>
          <a:p>
            <a:r>
              <a:rPr lang="en-US" sz="3100" dirty="0">
                <a:solidFill>
                  <a:schemeClr val="bg1"/>
                </a:solidFill>
                <a:latin typeface="Bauhaus 93"/>
              </a:rPr>
              <a:t>Introduction To</a:t>
            </a:r>
            <a:br>
              <a:rPr lang="en-US" sz="3100" dirty="0">
                <a:latin typeface="Bauhaus 93" panose="04030905020B02020C02" pitchFamily="82" charset="0"/>
              </a:rPr>
            </a:br>
            <a:r>
              <a:rPr lang="en-US" sz="3100" dirty="0">
                <a:solidFill>
                  <a:schemeClr val="bg1"/>
                </a:solidFill>
                <a:latin typeface="Bauhaus 93"/>
              </a:rPr>
              <a:t> </a:t>
            </a:r>
            <a:r>
              <a:rPr lang="en-US" sz="3100" dirty="0">
                <a:solidFill>
                  <a:srgbClr val="D40303"/>
                </a:solidFill>
                <a:latin typeface="Bauhaus 93"/>
              </a:rPr>
              <a:t>MediConnect Clinic       </a:t>
            </a:r>
            <a:br>
              <a:rPr lang="en-US" sz="3100" dirty="0">
                <a:solidFill>
                  <a:schemeClr val="bg1"/>
                </a:solidFill>
                <a:latin typeface="Bauhaus 93"/>
              </a:rPr>
            </a:br>
            <a:r>
              <a:rPr lang="en-US" sz="3100" dirty="0">
                <a:solidFill>
                  <a:schemeClr val="bg1"/>
                </a:solidFill>
                <a:latin typeface="Bauhaus 93"/>
              </a:rPr>
              <a:t>  (Week 1)</a:t>
            </a:r>
            <a:endParaRPr lang="en-US" sz="3100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F2C066C-DD3C-3A57-9A2D-9F5A93D19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588" y="80727"/>
            <a:ext cx="857251" cy="827315"/>
          </a:xfrm>
          <a:prstGeom prst="rect">
            <a:avLst/>
          </a:prstGeom>
        </p:spPr>
      </p:pic>
      <p:graphicFrame>
        <p:nvGraphicFramePr>
          <p:cNvPr id="176" name="Diagram 175">
            <a:extLst>
              <a:ext uri="{FF2B5EF4-FFF2-40B4-BE49-F238E27FC236}">
                <a16:creationId xmlns:a16="http://schemas.microsoft.com/office/drawing/2014/main" id="{E5912F84-7655-CF25-E814-980D493650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4274417"/>
              </p:ext>
            </p:extLst>
          </p:nvPr>
        </p:nvGraphicFramePr>
        <p:xfrm>
          <a:off x="6109607" y="2049236"/>
          <a:ext cx="5796642" cy="4501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A9B26F-7451-534B-59FD-99F5D0CB2A44}"/>
              </a:ext>
            </a:extLst>
          </p:cNvPr>
          <p:cNvCxnSpPr>
            <a:cxnSpLocks/>
          </p:cNvCxnSpPr>
          <p:nvPr/>
        </p:nvCxnSpPr>
        <p:spPr>
          <a:xfrm>
            <a:off x="148612" y="2858425"/>
            <a:ext cx="3673580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row: Chevron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716FD6A-2BBE-FCB9-5A4A-B42A700E96B4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59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4F2CF23C-E665-6800-C2A1-1AEBABADF0AD}"/>
              </a:ext>
            </a:extLst>
          </p:cNvPr>
          <p:cNvSpPr txBox="1"/>
          <p:nvPr/>
        </p:nvSpPr>
        <p:spPr>
          <a:xfrm>
            <a:off x="175411" y="4835522"/>
            <a:ext cx="3399893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uhaus 93"/>
              </a:rPr>
              <a:t>Risk </a:t>
            </a:r>
            <a:r>
              <a:rPr lang="en-US" sz="3100" dirty="0">
                <a:solidFill>
                  <a:schemeClr val="bg1"/>
                </a:solidFill>
                <a:latin typeface="Bauhaus 93"/>
              </a:rPr>
              <a:t>Story</a:t>
            </a:r>
            <a:r>
              <a:rPr lang="en-US" sz="2800" dirty="0">
                <a:solidFill>
                  <a:schemeClr val="bg1"/>
                </a:solidFill>
                <a:latin typeface="Bauhaus 93"/>
              </a:rPr>
              <a:t> (Week 2)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EC6EDEF-D665-CFDB-EE5A-84D9A1DEAB8A}"/>
              </a:ext>
            </a:extLst>
          </p:cNvPr>
          <p:cNvCxnSpPr>
            <a:cxnSpLocks/>
          </p:cNvCxnSpPr>
          <p:nvPr/>
        </p:nvCxnSpPr>
        <p:spPr>
          <a:xfrm>
            <a:off x="306076" y="5404909"/>
            <a:ext cx="3052779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DCC4835-821E-901C-8C8D-2C1DEEEFD34A}"/>
              </a:ext>
            </a:extLst>
          </p:cNvPr>
          <p:cNvSpPr txBox="1"/>
          <p:nvPr/>
        </p:nvSpPr>
        <p:spPr>
          <a:xfrm>
            <a:off x="5903976" y="1016484"/>
            <a:ext cx="62118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Two weeks ago, MediConnect Clinic experienced a cybersecurity incident where an unauthorized person entered the </a:t>
            </a:r>
            <a:r>
              <a:rPr lang="en-US" u="sng" dirty="0">
                <a:solidFill>
                  <a:srgbClr val="FF0000"/>
                </a:solidFill>
                <a:latin typeface="Bell MT" panose="02020503060305020303" pitchFamily="18" charset="0"/>
              </a:rPr>
              <a:t>main system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.</a:t>
            </a:r>
          </a:p>
        </p:txBody>
      </p: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246B33DD-8969-4C5E-459F-5EEE7DAD2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98" y="80727"/>
            <a:ext cx="857251" cy="827315"/>
          </a:xfrm>
          <a:prstGeom prst="rect">
            <a:avLst/>
          </a:prstGeom>
        </p:spPr>
      </p:pic>
      <p:sp>
        <p:nvSpPr>
          <p:cNvPr id="5" name="Arrow: Chevron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7801604-CB0D-BE95-E85F-861EB6364A9C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C0964F2-7C92-D642-81EA-EB839529CC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94594"/>
              </p:ext>
            </p:extLst>
          </p:nvPr>
        </p:nvGraphicFramePr>
        <p:xfrm>
          <a:off x="6309360" y="2048256"/>
          <a:ext cx="5679619" cy="3849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622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AB9BB1-E153-C4A3-FA5D-5B0CD8F42594}"/>
              </a:ext>
            </a:extLst>
          </p:cNvPr>
          <p:cNvSpPr txBox="1"/>
          <p:nvPr/>
        </p:nvSpPr>
        <p:spPr>
          <a:xfrm>
            <a:off x="497976" y="1737134"/>
            <a:ext cx="2894447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Business</a:t>
            </a:r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 Impact           </a:t>
            </a:r>
          </a:p>
          <a:p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 (Week 2)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72BF665E-8FB0-AD34-E259-375353F51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98" y="80727"/>
            <a:ext cx="857251" cy="82731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B70866-4B93-501D-1F4C-FF3C307F9161}"/>
              </a:ext>
            </a:extLst>
          </p:cNvPr>
          <p:cNvCxnSpPr>
            <a:cxnSpLocks/>
          </p:cNvCxnSpPr>
          <p:nvPr/>
        </p:nvCxnSpPr>
        <p:spPr>
          <a:xfrm>
            <a:off x="584788" y="2737408"/>
            <a:ext cx="2661332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A6BCF26-4D79-31A4-B556-568F316ED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0364134"/>
              </p:ext>
            </p:extLst>
          </p:nvPr>
        </p:nvGraphicFramePr>
        <p:xfrm>
          <a:off x="5780202" y="1791635"/>
          <a:ext cx="6208777" cy="4371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Arrow: Chevron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462C887-24D2-3CEE-2288-09801254ACE3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49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F28C72-97F4-8F30-8AD0-3FB6BE262BEF}"/>
              </a:ext>
            </a:extLst>
          </p:cNvPr>
          <p:cNvSpPr txBox="1"/>
          <p:nvPr/>
        </p:nvSpPr>
        <p:spPr>
          <a:xfrm>
            <a:off x="84580" y="4506054"/>
            <a:ext cx="3750235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Implemented </a:t>
            </a:r>
            <a:r>
              <a:rPr lang="en-US" sz="2800" dirty="0">
                <a:solidFill>
                  <a:srgbClr val="D40303"/>
                </a:solidFill>
                <a:latin typeface="Bauhaus 93" panose="04030905020B02020C02" pitchFamily="82" charset="0"/>
              </a:rPr>
              <a:t>Incident</a:t>
            </a:r>
          </a:p>
          <a:p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 </a:t>
            </a:r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Response</a:t>
            </a:r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 (Week 2)</a:t>
            </a:r>
          </a:p>
        </p:txBody>
      </p: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395D987E-D7D1-D834-12AA-430E73B0F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728" y="80727"/>
            <a:ext cx="857251" cy="827315"/>
          </a:xfrm>
          <a:prstGeom prst="rect">
            <a:avLst/>
          </a:prstGeom>
        </p:spPr>
      </p:pic>
      <p:sp>
        <p:nvSpPr>
          <p:cNvPr id="6" name="Arrow: Chevron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44C73ED-347D-D4A9-257F-F173F9AFA6EA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6CD5E2-2ACE-7722-C743-C3D0EFAA6FFF}"/>
              </a:ext>
            </a:extLst>
          </p:cNvPr>
          <p:cNvCxnSpPr>
            <a:cxnSpLocks/>
          </p:cNvCxnSpPr>
          <p:nvPr/>
        </p:nvCxnSpPr>
        <p:spPr>
          <a:xfrm>
            <a:off x="186477" y="5460161"/>
            <a:ext cx="3571707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73C15986-63AC-2DAE-BE08-39CC7560B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805581"/>
              </p:ext>
            </p:extLst>
          </p:nvPr>
        </p:nvGraphicFramePr>
        <p:xfrm>
          <a:off x="5679350" y="1836897"/>
          <a:ext cx="6197779" cy="41130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8123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3ECCC3-BD79-94C9-F777-15CA84620E5A}"/>
              </a:ext>
            </a:extLst>
          </p:cNvPr>
          <p:cNvSpPr txBox="1"/>
          <p:nvPr/>
        </p:nvSpPr>
        <p:spPr>
          <a:xfrm>
            <a:off x="63643" y="1776446"/>
            <a:ext cx="3749403" cy="10002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Defender Awareness</a:t>
            </a:r>
          </a:p>
          <a:p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 </a:t>
            </a:r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Campaign</a:t>
            </a:r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 (</a:t>
            </a:r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Week</a:t>
            </a:r>
            <a:r>
              <a:rPr lang="en-US" sz="2800" dirty="0">
                <a:solidFill>
                  <a:schemeClr val="bg1"/>
                </a:solidFill>
                <a:latin typeface="Bauhaus 93" panose="04030905020B02020C02" pitchFamily="82" charset="0"/>
              </a:rPr>
              <a:t> 3)</a:t>
            </a:r>
          </a:p>
        </p:txBody>
      </p: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BC84A6F8-B74F-8B10-D296-C3AE4FF77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98" y="80727"/>
            <a:ext cx="857251" cy="827315"/>
          </a:xfrm>
          <a:prstGeom prst="rect">
            <a:avLst/>
          </a:prstGeom>
        </p:spPr>
      </p:pic>
      <p:sp>
        <p:nvSpPr>
          <p:cNvPr id="6" name="Arrow: Chevron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DFB7052-B4AC-1B1F-BD62-0F9F7BBA417A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1B64FF-CD08-703F-209E-6BBEF270F2A6}"/>
              </a:ext>
            </a:extLst>
          </p:cNvPr>
          <p:cNvCxnSpPr>
            <a:cxnSpLocks/>
          </p:cNvCxnSpPr>
          <p:nvPr/>
        </p:nvCxnSpPr>
        <p:spPr>
          <a:xfrm>
            <a:off x="166761" y="2687656"/>
            <a:ext cx="3269351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2B5AE1B-FA37-84FA-D621-C1AC3C05B097}"/>
              </a:ext>
            </a:extLst>
          </p:cNvPr>
          <p:cNvSpPr/>
          <p:nvPr/>
        </p:nvSpPr>
        <p:spPr>
          <a:xfrm>
            <a:off x="6160340" y="1967232"/>
            <a:ext cx="5828323" cy="3925455"/>
          </a:xfrm>
          <a:prstGeom prst="rect">
            <a:avLst/>
          </a:prstGeom>
          <a:solidFill>
            <a:srgbClr val="9CAFBF"/>
          </a:solidFill>
          <a:ln w="38100">
            <a:solidFill>
              <a:srgbClr val="0A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34688-0D1A-E01E-3418-EB2272537AC2}"/>
              </a:ext>
            </a:extLst>
          </p:cNvPr>
          <p:cNvSpPr txBox="1"/>
          <p:nvPr/>
        </p:nvSpPr>
        <p:spPr>
          <a:xfrm>
            <a:off x="6585267" y="2102881"/>
            <a:ext cx="2060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Target Behaviors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179CEA-8A90-FBA6-6BE4-CB686EB19619}"/>
              </a:ext>
            </a:extLst>
          </p:cNvPr>
          <p:cNvSpPr txBox="1"/>
          <p:nvPr/>
        </p:nvSpPr>
        <p:spPr>
          <a:xfrm>
            <a:off x="9501808" y="2102881"/>
            <a:ext cx="2226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ngsanaUPC" panose="02020603050405020304" pitchFamily="18" charset="-34"/>
                <a:cs typeface="AngsanaUPC" panose="02020603050405020304" pitchFamily="18" charset="-34"/>
              </a:rPr>
              <a:t>Priority Audiences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EAD21C-B15B-B0EB-0B8F-5D962375BDAB}"/>
              </a:ext>
            </a:extLst>
          </p:cNvPr>
          <p:cNvCxnSpPr>
            <a:cxnSpLocks/>
            <a:stCxn id="9" idx="2"/>
            <a:endCxn id="9" idx="0"/>
          </p:cNvCxnSpPr>
          <p:nvPr/>
        </p:nvCxnSpPr>
        <p:spPr>
          <a:xfrm flipV="1">
            <a:off x="9074502" y="1967232"/>
            <a:ext cx="0" cy="3925455"/>
          </a:xfrm>
          <a:prstGeom prst="line">
            <a:avLst/>
          </a:prstGeom>
          <a:ln w="53975" cmpd="thickThin">
            <a:solidFill>
              <a:srgbClr val="0A2A4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014CE6-F9A0-C0AF-0E35-8557F6664662}"/>
              </a:ext>
            </a:extLst>
          </p:cNvPr>
          <p:cNvCxnSpPr>
            <a:cxnSpLocks/>
          </p:cNvCxnSpPr>
          <p:nvPr/>
        </p:nvCxnSpPr>
        <p:spPr>
          <a:xfrm>
            <a:off x="6350762" y="2594107"/>
            <a:ext cx="2529187" cy="0"/>
          </a:xfrm>
          <a:prstGeom prst="line">
            <a:avLst/>
          </a:prstGeom>
          <a:ln w="31750">
            <a:solidFill>
              <a:schemeClr val="tx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36E75C-E057-E9BE-74E4-C0FFF13D28CB}"/>
              </a:ext>
            </a:extLst>
          </p:cNvPr>
          <p:cNvCxnSpPr>
            <a:cxnSpLocks/>
          </p:cNvCxnSpPr>
          <p:nvPr/>
        </p:nvCxnSpPr>
        <p:spPr>
          <a:xfrm>
            <a:off x="9350660" y="2587155"/>
            <a:ext cx="2529187" cy="0"/>
          </a:xfrm>
          <a:prstGeom prst="line">
            <a:avLst/>
          </a:prstGeom>
          <a:ln w="31750">
            <a:solidFill>
              <a:schemeClr val="tx1"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EF36E33-26EC-461C-FEBA-123AE479ECBF}"/>
              </a:ext>
            </a:extLst>
          </p:cNvPr>
          <p:cNvSpPr txBox="1"/>
          <p:nvPr/>
        </p:nvSpPr>
        <p:spPr>
          <a:xfrm>
            <a:off x="6366523" y="2687656"/>
            <a:ext cx="26430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1. Use a password manager.</a:t>
            </a:r>
          </a:p>
          <a:p>
            <a:endParaRPr lang="en-US" sz="1400" dirty="0">
              <a:latin typeface="Bell MT" panose="02020503060305020303" pitchFamily="18" charset="0"/>
            </a:endParaRPr>
          </a:p>
          <a:p>
            <a:r>
              <a:rPr lang="en-US" sz="1400" dirty="0">
                <a:latin typeface="Bell MT" panose="02020503060305020303" pitchFamily="18" charset="0"/>
              </a:rPr>
              <a:t>2. Never share </a:t>
            </a:r>
            <a:r>
              <a:rPr lang="en-US" sz="1400" dirty="0">
                <a:solidFill>
                  <a:srgbClr val="D40303"/>
                </a:solidFill>
                <a:latin typeface="Bell MT" panose="02020503060305020303" pitchFamily="18" charset="0"/>
              </a:rPr>
              <a:t>credentials/personal information</a:t>
            </a:r>
            <a:r>
              <a:rPr lang="en-US" sz="1400" dirty="0">
                <a:latin typeface="Bell MT" panose="02020503060305020303" pitchFamily="18" charset="0"/>
              </a:rPr>
              <a:t>.</a:t>
            </a:r>
          </a:p>
          <a:p>
            <a:endParaRPr lang="en-US" sz="1400" dirty="0">
              <a:latin typeface="Bell MT" panose="02020503060305020303" pitchFamily="18" charset="0"/>
            </a:endParaRPr>
          </a:p>
          <a:p>
            <a:r>
              <a:rPr lang="en-US" sz="1400" dirty="0">
                <a:latin typeface="Bell MT" panose="02020503060305020303" pitchFamily="18" charset="0"/>
              </a:rPr>
              <a:t>3. Always review attachments, links, and emails for suspicious ideations.</a:t>
            </a:r>
          </a:p>
          <a:p>
            <a:endParaRPr lang="en-US" sz="1400" dirty="0">
              <a:latin typeface="Bell MT" panose="02020503060305020303" pitchFamily="18" charset="0"/>
            </a:endParaRPr>
          </a:p>
          <a:p>
            <a:r>
              <a:rPr lang="en-US" sz="1400" dirty="0">
                <a:latin typeface="Bell MT" panose="02020503060305020303" pitchFamily="18" charset="0"/>
              </a:rPr>
              <a:t>4. Adaptive learning programs; training for </a:t>
            </a:r>
            <a:r>
              <a:rPr lang="en-US" sz="1400" b="1" dirty="0">
                <a:solidFill>
                  <a:srgbClr val="0D0D0D"/>
                </a:solidFill>
                <a:latin typeface="Bell MT" panose="02020503060305020303" pitchFamily="18" charset="0"/>
              </a:rPr>
              <a:t>ALL</a:t>
            </a:r>
            <a:r>
              <a:rPr lang="en-US" sz="1400" dirty="0">
                <a:latin typeface="Bell MT" panose="02020503060305020303" pitchFamily="18" charset="0"/>
              </a:rPr>
              <a:t> employees.</a:t>
            </a:r>
          </a:p>
          <a:p>
            <a:endParaRPr lang="en-US" sz="1400" dirty="0">
              <a:latin typeface="Bell MT" panose="02020503060305020303" pitchFamily="18" charset="0"/>
            </a:endParaRPr>
          </a:p>
          <a:p>
            <a:r>
              <a:rPr lang="en-US" sz="1400" dirty="0">
                <a:latin typeface="Bell MT" panose="02020503060305020303" pitchFamily="18" charset="0"/>
              </a:rPr>
              <a:t>5. Use the system of reporting suspicious activity.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EBE07B-DA84-5D28-12AC-C8CAC0AA9FD0}"/>
              </a:ext>
            </a:extLst>
          </p:cNvPr>
          <p:cNvSpPr txBox="1"/>
          <p:nvPr/>
        </p:nvSpPr>
        <p:spPr>
          <a:xfrm>
            <a:off x="9372002" y="2687656"/>
            <a:ext cx="23191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>
                <a:latin typeface="Bell MT" panose="02020503060305020303" pitchFamily="18" charset="0"/>
              </a:rPr>
              <a:t>All Employees</a:t>
            </a:r>
          </a:p>
          <a:p>
            <a:pPr marL="342900" indent="-342900">
              <a:buAutoNum type="arabicPeriod"/>
            </a:pPr>
            <a:endParaRPr lang="en-US" sz="1400" dirty="0">
              <a:latin typeface="Bell MT" panose="02020503060305020303" pitchFamily="18" charset="0"/>
            </a:endParaRPr>
          </a:p>
          <a:p>
            <a:pPr marL="342900" indent="-342900">
              <a:buAutoNum type="arabicPeriod"/>
            </a:pPr>
            <a:r>
              <a:rPr lang="en-US" sz="1400" dirty="0">
                <a:latin typeface="Bell MT" panose="02020503060305020303" pitchFamily="18" charset="0"/>
              </a:rPr>
              <a:t>IT/Infrastructure Team</a:t>
            </a:r>
          </a:p>
        </p:txBody>
      </p:sp>
    </p:spTree>
    <p:extLst>
      <p:ext uri="{BB962C8B-B14F-4D97-AF65-F5344CB8AC3E}">
        <p14:creationId xmlns:p14="http://schemas.microsoft.com/office/powerpoint/2010/main" val="96715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7F7F78-DD69-E2B8-0A9C-C136A7E00E07}"/>
              </a:ext>
            </a:extLst>
          </p:cNvPr>
          <p:cNvSpPr txBox="1"/>
          <p:nvPr/>
        </p:nvSpPr>
        <p:spPr>
          <a:xfrm>
            <a:off x="115924" y="4600224"/>
            <a:ext cx="3724555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Awareness Artifacts</a:t>
            </a:r>
          </a:p>
          <a:p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 Gallery (Week 3)</a:t>
            </a:r>
          </a:p>
        </p:txBody>
      </p:sp>
      <p:pic>
        <p:nvPicPr>
          <p:cNvPr id="5" name="Content Placeholder 11">
            <a:extLst>
              <a:ext uri="{FF2B5EF4-FFF2-40B4-BE49-F238E27FC236}">
                <a16:creationId xmlns:a16="http://schemas.microsoft.com/office/drawing/2014/main" id="{33B349A5-AB28-F841-FF10-35CBF8FAD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98" y="80727"/>
            <a:ext cx="857251" cy="827315"/>
          </a:xfrm>
          <a:prstGeom prst="rect">
            <a:avLst/>
          </a:prstGeom>
        </p:spPr>
      </p:pic>
      <p:sp>
        <p:nvSpPr>
          <p:cNvPr id="6" name="Arrow: Chevron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4B6552D-0C0A-59C9-2F06-F64BF8BC6810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E8F7ED-0AC2-325F-B932-02F05281F4D2}"/>
              </a:ext>
            </a:extLst>
          </p:cNvPr>
          <p:cNvCxnSpPr>
            <a:cxnSpLocks/>
          </p:cNvCxnSpPr>
          <p:nvPr/>
        </p:nvCxnSpPr>
        <p:spPr>
          <a:xfrm>
            <a:off x="205786" y="5651480"/>
            <a:ext cx="3378662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C9A52ED-7CCC-5369-CB0E-599A7A3B2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386" y="222620"/>
            <a:ext cx="4956336" cy="641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4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Chevron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032F955-A76F-34D4-5FF4-B83D976440BB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AC9DB3-59FD-C385-5235-18DEAFEAA84E}"/>
              </a:ext>
            </a:extLst>
          </p:cNvPr>
          <p:cNvSpPr txBox="1"/>
          <p:nvPr/>
        </p:nvSpPr>
        <p:spPr>
          <a:xfrm>
            <a:off x="157598" y="998384"/>
            <a:ext cx="387490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Awareness Artifacts</a:t>
            </a:r>
          </a:p>
          <a:p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 Gallery (</a:t>
            </a:r>
            <a:r>
              <a:rPr lang="en-US" sz="3100" b="1" dirty="0">
                <a:solidFill>
                  <a:schemeClr val="bg1"/>
                </a:solidFill>
                <a:latin typeface="Bauhaus 93" panose="04030905020B02020C02" pitchFamily="82" charset="0"/>
              </a:rPr>
              <a:t>Continued</a:t>
            </a:r>
            <a:r>
              <a:rPr lang="en-US" sz="3100" dirty="0">
                <a:solidFill>
                  <a:schemeClr val="bg1"/>
                </a:solidFill>
                <a:latin typeface="Bauhaus 93" panose="04030905020B02020C02" pitchFamily="82" charset="0"/>
              </a:rPr>
              <a:t>)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0880CB-BA58-38F9-23D9-21F08A3160DB}"/>
              </a:ext>
            </a:extLst>
          </p:cNvPr>
          <p:cNvCxnSpPr>
            <a:cxnSpLocks/>
          </p:cNvCxnSpPr>
          <p:nvPr/>
        </p:nvCxnSpPr>
        <p:spPr>
          <a:xfrm>
            <a:off x="279866" y="2044824"/>
            <a:ext cx="3533182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11">
            <a:extLst>
              <a:ext uri="{FF2B5EF4-FFF2-40B4-BE49-F238E27FC236}">
                <a16:creationId xmlns:a16="http://schemas.microsoft.com/office/drawing/2014/main" id="{FA0241F3-06FD-0FA4-E376-614423EF8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0094" y="80727"/>
            <a:ext cx="857251" cy="827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79A239-2A46-AAE3-445A-79C97B9FC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032" y="489158"/>
            <a:ext cx="4759843" cy="615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3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2000">
              <a:srgbClr val="0A2A43"/>
            </a:gs>
            <a:gs pos="5000">
              <a:srgbClr val="0D0D0D"/>
            </a:gs>
            <a:gs pos="32000">
              <a:srgbClr val="393939"/>
            </a:gs>
            <a:gs pos="39000">
              <a:schemeClr val="bg1">
                <a:lumMod val="95000"/>
              </a:schemeClr>
            </a:gs>
            <a:gs pos="46000">
              <a:schemeClr val="tx1">
                <a:lumMod val="95000"/>
                <a:lumOff val="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BFE2BFA-636F-1DD3-32CD-3FD7C4D124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9549197"/>
              </p:ext>
            </p:extLst>
          </p:nvPr>
        </p:nvGraphicFramePr>
        <p:xfrm>
          <a:off x="6233160" y="1716363"/>
          <a:ext cx="5749544" cy="3952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66935D-544F-5BCB-14C7-9738D8961A79}"/>
              </a:ext>
            </a:extLst>
          </p:cNvPr>
          <p:cNvSpPr txBox="1"/>
          <p:nvPr/>
        </p:nvSpPr>
        <p:spPr>
          <a:xfrm>
            <a:off x="209296" y="4669007"/>
            <a:ext cx="6094476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Pilot Feedback/Changes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(</a:t>
            </a:r>
            <a:r>
              <a:rPr kumimoji="0" lang="en-US" sz="3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Week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 4)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35239E-7BE4-39E7-25F1-AB8AD51108EB}"/>
              </a:ext>
            </a:extLst>
          </p:cNvPr>
          <p:cNvCxnSpPr>
            <a:cxnSpLocks/>
          </p:cNvCxnSpPr>
          <p:nvPr/>
        </p:nvCxnSpPr>
        <p:spPr>
          <a:xfrm>
            <a:off x="288082" y="5669281"/>
            <a:ext cx="3378662" cy="0"/>
          </a:xfrm>
          <a:prstGeom prst="line">
            <a:avLst/>
          </a:prstGeom>
          <a:ln w="53975">
            <a:solidFill>
              <a:srgbClr val="3939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rrow: Chevron 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05A5DEB-8F9D-C6CF-B47A-78633BE8D608}"/>
              </a:ext>
            </a:extLst>
          </p:cNvPr>
          <p:cNvSpPr/>
          <p:nvPr/>
        </p:nvSpPr>
        <p:spPr>
          <a:xfrm>
            <a:off x="11622024" y="6329126"/>
            <a:ext cx="366955" cy="448147"/>
          </a:xfrm>
          <a:prstGeom prst="chevron">
            <a:avLst/>
          </a:prstGeom>
          <a:ln>
            <a:solidFill>
              <a:srgbClr val="0A2A43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pic>
        <p:nvPicPr>
          <p:cNvPr id="10" name="Content Placeholder 11">
            <a:extLst>
              <a:ext uri="{FF2B5EF4-FFF2-40B4-BE49-F238E27FC236}">
                <a16:creationId xmlns:a16="http://schemas.microsoft.com/office/drawing/2014/main" id="{71492135-6DC0-C952-46D6-15FB99EAF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3398" y="80727"/>
            <a:ext cx="857251" cy="82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8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95C7-4B43-8B46-9705-F6D4CF75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834" y="3822192"/>
            <a:ext cx="4051046" cy="105117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Bauhaus 93" panose="04030905020B02020C02" pitchFamily="82" charset="0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9853A-5FFB-FED0-5395-D6C617989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5268336"/>
            <a:ext cx="4154493" cy="4031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Bell MT" panose="02020503060305020303" pitchFamily="18" charset="0"/>
              </a:rPr>
              <a:t>“</a:t>
            </a:r>
            <a:r>
              <a:rPr lang="en-US" sz="1600" i="1" dirty="0">
                <a:solidFill>
                  <a:schemeClr val="bg1"/>
                </a:solidFill>
                <a:latin typeface="Bell MT" panose="02020503060305020303" pitchFamily="18" charset="0"/>
              </a:rPr>
              <a:t>Protect the </a:t>
            </a:r>
            <a:r>
              <a:rPr lang="en-US" sz="1600" i="1" dirty="0">
                <a:solidFill>
                  <a:srgbClr val="D40303"/>
                </a:solidFill>
                <a:latin typeface="Bell MT" panose="02020503060305020303" pitchFamily="18" charset="0"/>
              </a:rPr>
              <a:t>information</a:t>
            </a:r>
            <a:r>
              <a:rPr lang="en-US" sz="1600" i="1" dirty="0">
                <a:solidFill>
                  <a:schemeClr val="bg1"/>
                </a:solidFill>
                <a:latin typeface="Bell MT" panose="02020503060305020303" pitchFamily="18" charset="0"/>
              </a:rPr>
              <a:t>. Protect the </a:t>
            </a:r>
            <a:r>
              <a:rPr lang="en-US" sz="1600" i="1" dirty="0">
                <a:solidFill>
                  <a:srgbClr val="D40303"/>
                </a:solidFill>
                <a:latin typeface="Bell MT" panose="02020503060305020303" pitchFamily="18" charset="0"/>
              </a:rPr>
              <a:t>mission</a:t>
            </a:r>
            <a:r>
              <a:rPr lang="en-US" sz="1600" i="1" dirty="0">
                <a:solidFill>
                  <a:schemeClr val="bg1"/>
                </a:solidFill>
                <a:latin typeface="Bell MT" panose="02020503060305020303" pitchFamily="18" charset="0"/>
              </a:rPr>
              <a:t>.”</a:t>
            </a:r>
          </a:p>
        </p:txBody>
      </p:sp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0448C2FF-93C0-2D7C-4F15-5C58347F1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73891"/>
            <a:ext cx="857251" cy="82731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0ACA83-B34A-89FF-6C29-15F64E77D198}"/>
              </a:ext>
            </a:extLst>
          </p:cNvPr>
          <p:cNvCxnSpPr>
            <a:cxnSpLocks/>
          </p:cNvCxnSpPr>
          <p:nvPr/>
        </p:nvCxnSpPr>
        <p:spPr>
          <a:xfrm>
            <a:off x="703834" y="4917200"/>
            <a:ext cx="4154493" cy="0"/>
          </a:xfrm>
          <a:prstGeom prst="line">
            <a:avLst/>
          </a:prstGeom>
          <a:ln w="53975" cap="flat" cmpd="sng">
            <a:solidFill>
              <a:srgbClr val="0A2A43">
                <a:alpha val="46000"/>
              </a:srgbClr>
            </a:solidFill>
            <a:prstDash val="solid"/>
            <a:miter lim="800000"/>
            <a:headEnd type="diamond" w="lg" len="lg"/>
            <a:tailEnd type="diamond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7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36BB95015C54892AEF3EE08524AC5" ma:contentTypeVersion="7" ma:contentTypeDescription="Create a new document." ma:contentTypeScope="" ma:versionID="c8bf38b6c535100f57144eab213efd18">
  <xsd:schema xmlns:xsd="http://www.w3.org/2001/XMLSchema" xmlns:xs="http://www.w3.org/2001/XMLSchema" xmlns:p="http://schemas.microsoft.com/office/2006/metadata/properties" xmlns:ns3="5dea9915-bcbf-4a0c-879c-73ce9e93e730" targetNamespace="http://schemas.microsoft.com/office/2006/metadata/properties" ma:root="true" ma:fieldsID="18e3819a4be07a72e7ca7521b859c0f7" ns3:_="">
    <xsd:import namespace="5dea9915-bcbf-4a0c-879c-73ce9e93e7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a9915-bcbf-4a0c-879c-73ce9e93e7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F0B8A8-7316-4FB5-9A51-600DC27736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51BE2D-F045-4D1D-BFA8-148B75D854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a9915-bcbf-4a0c-879c-73ce9e93e7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4E570E-0D42-4290-B149-C19C156252D7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schemas.openxmlformats.org/package/2006/metadata/core-properties"/>
    <ds:schemaRef ds:uri="5dea9915-bcbf-4a0c-879c-73ce9e93e730"/>
    <ds:schemaRef ds:uri="http://schemas.microsoft.com/office/infopath/2007/PartnerControl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360</Words>
  <Application>Microsoft Office PowerPoint</Application>
  <PresentationFormat>Widescreen</PresentationFormat>
  <Paragraphs>61</Paragraphs>
  <Slides>10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Internship Final Presentation</vt:lpstr>
      <vt:lpstr>Introduction To  MediConnect Clinic          (Week 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Torres, Aleyna</dc:creator>
  <cp:lastModifiedBy>Torres, Aleyna</cp:lastModifiedBy>
  <cp:revision>3</cp:revision>
  <dcterms:created xsi:type="dcterms:W3CDTF">2026-03-23T21:15:48Z</dcterms:created>
  <dcterms:modified xsi:type="dcterms:W3CDTF">2026-03-27T18:44:55Z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0x0101005FB36BB95015C54892AEF3EE08524AC5</vt:lpwstr>
  </property>
</Properties>
</file>